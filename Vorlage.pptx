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4.xml" ContentType="application/vnd.openxmlformats-officedocument.presentationml.tags+xml"/>
  <Override PartName="/ppt/tags/tag23.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2.xml" ContentType="application/vnd.openxmlformats-officedocument.presentationml.tags+xml"/>
  <Override PartName="/ppt/tags/tag21.xml" ContentType="application/vnd.openxmlformats-officedocument.presentationml.tags+xml"/>
  <Override PartName="/ppt/tags/tag20.xml" ContentType="application/vnd.openxmlformats-officedocument.presentationml.tags+xml"/>
  <Override PartName="/ppt/tags/tag1.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3.xml" ContentType="application/vnd.openxmlformats-officedocument.presentationml.tags+xml"/>
  <Override PartName="/ppt/tags/tag44.xml" ContentType="application/vnd.openxmlformats-officedocument.presentationml.tags+xml"/>
  <Override PartName="/ppt/tags/tag19.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43.xml" ContentType="application/vnd.openxmlformats-officedocument.presentationml.tags+xml"/>
  <Override PartName="/ppt/tags/tag26.xml" ContentType="application/vnd.openxmlformats-officedocument.presentationml.tags+xml"/>
  <Override PartName="/ppt/tags/tag4.xml" ContentType="application/vnd.openxmlformats-officedocument.presentationml.tags+xml"/>
  <Override PartName="/ppt/tags/tag2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
  </p:notesMasterIdLst>
  <p:sldIdLst>
    <p:sldId id="2147475402" r:id="rId3"/>
    <p:sldId id="2147475405" r:id="rId4"/>
    <p:sldId id="2147475406"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5457F-B9D7-4A86-BBD3-1EE866499CA5}" v="12" dt="2026-01-13T14:39:14.4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1.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customXml" Target="../customXml/item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 Id="rId14"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oever, Benjamin" userId="94c6ec67-8204-40e8-889e-9c7cbf9ca7d5" providerId="ADAL" clId="{A405457F-B9D7-4A86-BBD3-1EE866499CA5}"/>
    <pc:docChg chg="undo custSel addSld delSld modSld">
      <pc:chgData name="Stoever, Benjamin" userId="94c6ec67-8204-40e8-889e-9c7cbf9ca7d5" providerId="ADAL" clId="{A405457F-B9D7-4A86-BBD3-1EE866499CA5}" dt="2026-01-13T14:39:20.235" v="188" actId="20577"/>
      <pc:docMkLst>
        <pc:docMk/>
      </pc:docMkLst>
      <pc:sldChg chg="delSp modSp add del mod">
        <pc:chgData name="Stoever, Benjamin" userId="94c6ec67-8204-40e8-889e-9c7cbf9ca7d5" providerId="ADAL" clId="{A405457F-B9D7-4A86-BBD3-1EE866499CA5}" dt="2026-01-13T13:42:32.265" v="6" actId="478"/>
        <pc:sldMkLst>
          <pc:docMk/>
          <pc:sldMk cId="2070063597" sldId="2147475402"/>
        </pc:sldMkLst>
        <pc:spChg chg="mod">
          <ac:chgData name="Stoever, Benjamin" userId="94c6ec67-8204-40e8-889e-9c7cbf9ca7d5" providerId="ADAL" clId="{A405457F-B9D7-4A86-BBD3-1EE866499CA5}" dt="2026-01-13T13:41:57.107" v="3"/>
          <ac:spMkLst>
            <pc:docMk/>
            <pc:sldMk cId="2070063597" sldId="2147475402"/>
            <ac:spMk id="2" creationId="{15455EFC-4A07-49DE-86DE-790320EA21AF}"/>
          </ac:spMkLst>
        </pc:spChg>
        <pc:spChg chg="mod">
          <ac:chgData name="Stoever, Benjamin" userId="94c6ec67-8204-40e8-889e-9c7cbf9ca7d5" providerId="ADAL" clId="{A405457F-B9D7-4A86-BBD3-1EE866499CA5}" dt="2026-01-13T13:42:14.015" v="5" actId="13926"/>
          <ac:spMkLst>
            <pc:docMk/>
            <pc:sldMk cId="2070063597" sldId="2147475402"/>
            <ac:spMk id="4" creationId="{548A811B-279A-430A-8781-6F1ECE5D7487}"/>
          </ac:spMkLst>
        </pc:spChg>
        <pc:spChg chg="del">
          <ac:chgData name="Stoever, Benjamin" userId="94c6ec67-8204-40e8-889e-9c7cbf9ca7d5" providerId="ADAL" clId="{A405457F-B9D7-4A86-BBD3-1EE866499CA5}" dt="2026-01-13T13:42:32.265" v="6" actId="478"/>
          <ac:spMkLst>
            <pc:docMk/>
            <pc:sldMk cId="2070063597" sldId="2147475402"/>
            <ac:spMk id="5" creationId="{2FD87993-FF70-41C5-9D7D-644A4F139BE3}"/>
          </ac:spMkLst>
        </pc:spChg>
      </pc:sldChg>
      <pc:sldChg chg="addSp delSp modSp add del mod">
        <pc:chgData name="Stoever, Benjamin" userId="94c6ec67-8204-40e8-889e-9c7cbf9ca7d5" providerId="ADAL" clId="{A405457F-B9D7-4A86-BBD3-1EE866499CA5}" dt="2026-01-13T14:39:20.235" v="188" actId="20577"/>
        <pc:sldMkLst>
          <pc:docMk/>
          <pc:sldMk cId="328499005" sldId="2147475405"/>
        </pc:sldMkLst>
        <pc:spChg chg="mod">
          <ac:chgData name="Stoever, Benjamin" userId="94c6ec67-8204-40e8-889e-9c7cbf9ca7d5" providerId="ADAL" clId="{A405457F-B9D7-4A86-BBD3-1EE866499CA5}" dt="2026-01-13T13:45:21.161" v="95" actId="20577"/>
          <ac:spMkLst>
            <pc:docMk/>
            <pc:sldMk cId="328499005" sldId="2147475405"/>
            <ac:spMk id="2" creationId="{10D62002-F209-4079-B66C-A0988C38185F}"/>
          </ac:spMkLst>
        </pc:spChg>
        <pc:spChg chg="mod">
          <ac:chgData name="Stoever, Benjamin" userId="94c6ec67-8204-40e8-889e-9c7cbf9ca7d5" providerId="ADAL" clId="{A405457F-B9D7-4A86-BBD3-1EE866499CA5}" dt="2026-01-13T13:45:29.234" v="96" actId="13926"/>
          <ac:spMkLst>
            <pc:docMk/>
            <pc:sldMk cId="328499005" sldId="2147475405"/>
            <ac:spMk id="3" creationId="{58068FD8-3B33-4FEF-AC1E-0D5A765F9D95}"/>
          </ac:spMkLst>
        </pc:spChg>
        <pc:spChg chg="del">
          <ac:chgData name="Stoever, Benjamin" userId="94c6ec67-8204-40e8-889e-9c7cbf9ca7d5" providerId="ADAL" clId="{A405457F-B9D7-4A86-BBD3-1EE866499CA5}" dt="2026-01-13T13:43:21.888" v="41" actId="478"/>
          <ac:spMkLst>
            <pc:docMk/>
            <pc:sldMk cId="328499005" sldId="2147475405"/>
            <ac:spMk id="4" creationId="{12CD9B13-FAA6-20B1-3342-A334A3E66248}"/>
          </ac:spMkLst>
        </pc:spChg>
        <pc:spChg chg="add mod">
          <ac:chgData name="Stoever, Benjamin" userId="94c6ec67-8204-40e8-889e-9c7cbf9ca7d5" providerId="ADAL" clId="{A405457F-B9D7-4A86-BBD3-1EE866499CA5}" dt="2026-01-13T14:31:36.130" v="175" actId="20577"/>
          <ac:spMkLst>
            <pc:docMk/>
            <pc:sldMk cId="328499005" sldId="2147475405"/>
            <ac:spMk id="4" creationId="{785C8065-554C-43B5-90A2-52B2FAA5DF60}"/>
          </ac:spMkLst>
        </pc:spChg>
        <pc:spChg chg="add mod">
          <ac:chgData name="Stoever, Benjamin" userId="94c6ec67-8204-40e8-889e-9c7cbf9ca7d5" providerId="ADAL" clId="{A405457F-B9D7-4A86-BBD3-1EE866499CA5}" dt="2026-01-13T14:32:00.900" v="183" actId="20577"/>
          <ac:spMkLst>
            <pc:docMk/>
            <pc:sldMk cId="328499005" sldId="2147475405"/>
            <ac:spMk id="5" creationId="{FEA32A61-D4CA-7E77-0A47-1F14A9608126}"/>
          </ac:spMkLst>
        </pc:spChg>
        <pc:spChg chg="mod">
          <ac:chgData name="Stoever, Benjamin" userId="94c6ec67-8204-40e8-889e-9c7cbf9ca7d5" providerId="ADAL" clId="{A405457F-B9D7-4A86-BBD3-1EE866499CA5}" dt="2026-01-13T14:04:42.129" v="135" actId="1076"/>
          <ac:spMkLst>
            <pc:docMk/>
            <pc:sldMk cId="328499005" sldId="2147475405"/>
            <ac:spMk id="7" creationId="{2B51A3C9-A43D-1F4C-44F4-CFF607868D29}"/>
          </ac:spMkLst>
        </pc:spChg>
        <pc:spChg chg="mod">
          <ac:chgData name="Stoever, Benjamin" userId="94c6ec67-8204-40e8-889e-9c7cbf9ca7d5" providerId="ADAL" clId="{A405457F-B9D7-4A86-BBD3-1EE866499CA5}" dt="2026-01-13T13:43:27.511" v="43" actId="1076"/>
          <ac:spMkLst>
            <pc:docMk/>
            <pc:sldMk cId="328499005" sldId="2147475405"/>
            <ac:spMk id="8" creationId="{E6D6E800-40B0-39A8-C6DB-35F3E4EDFE5F}"/>
          </ac:spMkLst>
        </pc:spChg>
        <pc:spChg chg="add mod">
          <ac:chgData name="Stoever, Benjamin" userId="94c6ec67-8204-40e8-889e-9c7cbf9ca7d5" providerId="ADAL" clId="{A405457F-B9D7-4A86-BBD3-1EE866499CA5}" dt="2026-01-13T14:39:20.235" v="188" actId="20577"/>
          <ac:spMkLst>
            <pc:docMk/>
            <pc:sldMk cId="328499005" sldId="2147475405"/>
            <ac:spMk id="9" creationId="{C9C86967-7D9F-E5ED-A15C-B65F202BD2F2}"/>
          </ac:spMkLst>
        </pc:spChg>
        <pc:graphicFrameChg chg="mod modGraphic">
          <ac:chgData name="Stoever, Benjamin" userId="94c6ec67-8204-40e8-889e-9c7cbf9ca7d5" providerId="ADAL" clId="{A405457F-B9D7-4A86-BBD3-1EE866499CA5}" dt="2026-01-13T14:39:11.403" v="184" actId="20577"/>
          <ac:graphicFrameMkLst>
            <pc:docMk/>
            <pc:sldMk cId="328499005" sldId="2147475405"/>
            <ac:graphicFrameMk id="6" creationId="{1BB55E88-7ACF-4A7D-8333-6C71E5FA80F7}"/>
          </ac:graphicFrameMkLst>
        </pc:graphicFrameChg>
      </pc:sldChg>
      <pc:sldChg chg="modSp add del mod">
        <pc:chgData name="Stoever, Benjamin" userId="94c6ec67-8204-40e8-889e-9c7cbf9ca7d5" providerId="ADAL" clId="{A405457F-B9D7-4A86-BBD3-1EE866499CA5}" dt="2026-01-13T13:46:22.950" v="117" actId="13926"/>
        <pc:sldMkLst>
          <pc:docMk/>
          <pc:sldMk cId="3012864456" sldId="2147475406"/>
        </pc:sldMkLst>
        <pc:spChg chg="mod">
          <ac:chgData name="Stoever, Benjamin" userId="94c6ec67-8204-40e8-889e-9c7cbf9ca7d5" providerId="ADAL" clId="{A405457F-B9D7-4A86-BBD3-1EE866499CA5}" dt="2026-01-13T13:46:22.950" v="117" actId="13926"/>
          <ac:spMkLst>
            <pc:docMk/>
            <pc:sldMk cId="3012864456" sldId="2147475406"/>
            <ac:spMk id="2" creationId="{10D62002-F209-4079-B66C-A0988C38185F}"/>
          </ac:spMkLst>
        </pc:spChg>
        <pc:spChg chg="mod">
          <ac:chgData name="Stoever, Benjamin" userId="94c6ec67-8204-40e8-889e-9c7cbf9ca7d5" providerId="ADAL" clId="{A405457F-B9D7-4A86-BBD3-1EE866499CA5}" dt="2026-01-13T13:45:34.272" v="97" actId="13926"/>
          <ac:spMkLst>
            <pc:docMk/>
            <pc:sldMk cId="3012864456" sldId="2147475406"/>
            <ac:spMk id="3" creationId="{58068FD8-3B33-4FEF-AC1E-0D5A765F9D9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B2D5E2-4291-4039-B13A-AF151F60D293}" type="datetimeFigureOut">
              <a:rPr lang="de-DE" smtClean="0"/>
              <a:t>02.02.2026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25A9C5-98E0-4B77-824E-4D6F19F7287E}" type="slidenum">
              <a:rPr lang="de-DE" smtClean="0"/>
              <a:t>‹Nr.›</a:t>
            </a:fld>
            <a:endParaRPr lang="de-DE"/>
          </a:p>
        </p:txBody>
      </p:sp>
    </p:spTree>
    <p:extLst>
      <p:ext uri="{BB962C8B-B14F-4D97-AF65-F5344CB8AC3E}">
        <p14:creationId xmlns:p14="http://schemas.microsoft.com/office/powerpoint/2010/main" val="4054064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b="1"/>
              <a:t>Average Accuracy: </a:t>
            </a:r>
            <a:r>
              <a:rPr lang="en-US" b="0"/>
              <a:t>H</a:t>
            </a:r>
            <a:r>
              <a:rPr lang="en-US"/>
              <a:t>ow often a person answers a question or completes a task correctly in relation to the total number of tries. A high </a:t>
            </a:r>
            <a:r>
              <a:rPr lang="en-US" b="1"/>
              <a:t>Average Accuracy</a:t>
            </a:r>
            <a:r>
              <a:rPr lang="en-US"/>
              <a:t> indicates strong performance and a good understanding of the material/ content.</a:t>
            </a:r>
          </a:p>
          <a:p>
            <a:endParaRPr lang="de-DE"/>
          </a:p>
          <a:p>
            <a:r>
              <a:rPr lang="en-US" b="1"/>
              <a:t>Unconscious Incompetence</a:t>
            </a:r>
            <a:r>
              <a:rPr lang="en-US"/>
              <a:t> – You don’t know what you don’t know. You are unaware of your lack of knowledge or skill.</a:t>
            </a:r>
          </a:p>
          <a:p>
            <a:r>
              <a:rPr lang="en-US" b="1"/>
              <a:t>Conscious Incompetence</a:t>
            </a:r>
            <a:r>
              <a:rPr lang="en-US"/>
              <a:t> – You become aware of your lack of knowledge or skill. You understand that you need to learn.</a:t>
            </a:r>
          </a:p>
          <a:p>
            <a:r>
              <a:rPr lang="en-US" b="1"/>
              <a:t>Conscious Competence</a:t>
            </a:r>
            <a:r>
              <a:rPr lang="en-US"/>
              <a:t> – You can perform the skill, but you need to consciously think about it and focus.</a:t>
            </a:r>
          </a:p>
          <a:p>
            <a:r>
              <a:rPr lang="en-US" b="1"/>
              <a:t>Unconscious Competence</a:t>
            </a:r>
            <a:r>
              <a:rPr lang="en-US"/>
              <a:t> – You perform the skill effortlessly and automatically, without having to think about it. </a:t>
            </a:r>
          </a:p>
          <a:p>
            <a:endParaRPr lang="en-US"/>
          </a:p>
          <a:p>
            <a:r>
              <a:rPr lang="en-US"/>
              <a:t>The </a:t>
            </a:r>
            <a:r>
              <a:rPr lang="en-US" b="1"/>
              <a:t>Knowledge Increase (Metacognition Progress)</a:t>
            </a:r>
            <a:r>
              <a:rPr lang="en-US"/>
              <a:t> in </a:t>
            </a:r>
            <a:r>
              <a:rPr lang="en-US" b="1"/>
              <a:t>Area9 Rhapsode</a:t>
            </a:r>
            <a:r>
              <a:rPr lang="en-US"/>
              <a:t> is calculated based on a comparison of two factors:</a:t>
            </a:r>
          </a:p>
          <a:p>
            <a:pPr>
              <a:buFont typeface="+mj-lt"/>
              <a:buAutoNum type="arabicPeriod"/>
            </a:pPr>
            <a:r>
              <a:rPr lang="en-US" b="1"/>
              <a:t>Self-Assessment vs. Actual Performance:</a:t>
            </a:r>
            <a:endParaRPr lang="en-US"/>
          </a:p>
          <a:p>
            <a:pPr marL="742950" lvl="1" indent="-285750">
              <a:buFont typeface="+mj-lt"/>
              <a:buAutoNum type="arabicPeriod"/>
            </a:pPr>
            <a:r>
              <a:rPr lang="en-US"/>
              <a:t>Learners rate their confidence level on a given question (Metacognition).</a:t>
            </a:r>
          </a:p>
          <a:p>
            <a:pPr marL="742950" lvl="1" indent="-285750">
              <a:buFont typeface="+mj-lt"/>
              <a:buAutoNum type="arabicPeriod"/>
            </a:pPr>
            <a:r>
              <a:rPr lang="en-US"/>
              <a:t>They then answer the question.</a:t>
            </a:r>
          </a:p>
          <a:p>
            <a:pPr>
              <a:buFont typeface="+mj-lt"/>
              <a:buAutoNum type="arabicPeriod"/>
            </a:pPr>
            <a:r>
              <a:rPr lang="en-US" b="1"/>
              <a:t>Discrepancy Between Confidence and Knowledge:</a:t>
            </a:r>
            <a:endParaRPr lang="en-US"/>
          </a:p>
          <a:p>
            <a:pPr marL="742950" lvl="1" indent="-285750">
              <a:buFont typeface="+mj-lt"/>
              <a:buAutoNum type="arabicPeriod"/>
            </a:pPr>
            <a:r>
              <a:rPr lang="en-US"/>
              <a:t>If a learner </a:t>
            </a:r>
            <a:r>
              <a:rPr lang="en-US" b="1"/>
              <a:t>answers incorrectly</a:t>
            </a:r>
            <a:r>
              <a:rPr lang="en-US"/>
              <a:t> but was confident they were right → </a:t>
            </a:r>
            <a:r>
              <a:rPr lang="en-US" b="1"/>
              <a:t>Overestimation</a:t>
            </a:r>
            <a:r>
              <a:rPr lang="en-US"/>
              <a:t> (Low Metacognition).</a:t>
            </a:r>
          </a:p>
          <a:p>
            <a:pPr marL="742950" lvl="1" indent="-285750">
              <a:buFont typeface="+mj-lt"/>
              <a:buAutoNum type="arabicPeriod"/>
            </a:pPr>
            <a:r>
              <a:rPr lang="en-US"/>
              <a:t>If a learner </a:t>
            </a:r>
            <a:r>
              <a:rPr lang="en-US" b="1"/>
              <a:t>answers correctly</a:t>
            </a:r>
            <a:r>
              <a:rPr lang="en-US"/>
              <a:t> but was unsure → </a:t>
            </a:r>
            <a:r>
              <a:rPr lang="en-US" b="1"/>
              <a:t>Underestimation</a:t>
            </a:r>
            <a:r>
              <a:rPr lang="en-US"/>
              <a:t>.</a:t>
            </a:r>
          </a:p>
          <a:p>
            <a:pPr marL="742950" lvl="1" indent="-285750">
              <a:buFont typeface="+mj-lt"/>
              <a:buAutoNum type="arabicPeriod"/>
            </a:pPr>
            <a:r>
              <a:rPr lang="en-US"/>
              <a:t>The goal is to help learners develop a more accurate self-assessment of their knowledge.</a:t>
            </a:r>
          </a:p>
          <a:p>
            <a:pPr>
              <a:buFont typeface="+mj-lt"/>
              <a:buAutoNum type="arabicPeriod"/>
            </a:pPr>
            <a:r>
              <a:rPr lang="en-US" b="1"/>
              <a:t>Calculation of Progress:</a:t>
            </a:r>
            <a:endParaRPr lang="en-US"/>
          </a:p>
          <a:p>
            <a:pPr marL="742950" lvl="1" indent="-285750">
              <a:buFont typeface="+mj-lt"/>
              <a:buAutoNum type="arabicPeriod"/>
            </a:pPr>
            <a:r>
              <a:rPr lang="en-US"/>
              <a:t>Area9 compares the initial and final phases of the training.</a:t>
            </a:r>
          </a:p>
          <a:p>
            <a:pPr marL="742950" lvl="1" indent="-285750">
              <a:buFont typeface="+mj-lt"/>
              <a:buAutoNum type="arabicPeriod"/>
            </a:pPr>
            <a:r>
              <a:rPr lang="en-US"/>
              <a:t>Metacognition Progress measures the improvement in a learner’s ability to assess their own knowledge accurately (fewer misjudgments).</a:t>
            </a:r>
          </a:p>
          <a:p>
            <a:pPr marL="742950" lvl="1" indent="-285750">
              <a:buFont typeface="+mj-lt"/>
              <a:buAutoNum type="arabicPeriod"/>
            </a:pPr>
            <a:r>
              <a:rPr lang="en-US"/>
              <a:t>It is expressed as a percentage.</a:t>
            </a:r>
          </a:p>
          <a:p>
            <a:r>
              <a:rPr lang="en-US" b="1"/>
              <a:t>In Summary:</a:t>
            </a:r>
          </a:p>
          <a:p>
            <a:r>
              <a:rPr lang="en-US" b="1"/>
              <a:t>Knowledge Increase (Metacognition Progress) measures how well learners improve their ability to accurately assess their own knowledge throughout the training.</a:t>
            </a:r>
            <a:r>
              <a:rPr lang="en-US"/>
              <a:t> A higher percentage indicates better self-assessment skills.</a:t>
            </a:r>
          </a:p>
          <a:p>
            <a:endParaRPr lang="en-US"/>
          </a:p>
          <a:p>
            <a:r>
              <a:rPr lang="en-US" b="1"/>
              <a:t>Reduction of Unconscious Incompetence in Area9</a:t>
            </a:r>
          </a:p>
          <a:p>
            <a:r>
              <a:rPr lang="en-US" b="1"/>
              <a:t>Unconscious Incompetence</a:t>
            </a:r>
            <a:r>
              <a:rPr lang="en-US"/>
              <a:t> refers to situations where learners believe they know something but are actually incorrect. </a:t>
            </a:r>
            <a:r>
              <a:rPr lang="en-US" b="1"/>
              <a:t>The reduction of unconscious incompetence</a:t>
            </a:r>
            <a:r>
              <a:rPr lang="en-US"/>
              <a:t> measures how well learners improve in recognizing their lack of knowledge and reducing incorrect confidence over time.</a:t>
            </a:r>
          </a:p>
          <a:p>
            <a:r>
              <a:rPr lang="en-US" b="1"/>
              <a:t>How It Is Calculated:</a:t>
            </a:r>
          </a:p>
          <a:p>
            <a:pPr>
              <a:buFont typeface="+mj-lt"/>
              <a:buAutoNum type="arabicPeriod"/>
            </a:pPr>
            <a:r>
              <a:rPr lang="en-US" b="1"/>
              <a:t>Initial Unconscious Incompetence Assessment:</a:t>
            </a:r>
            <a:endParaRPr lang="en-US"/>
          </a:p>
          <a:p>
            <a:pPr marL="742950" lvl="1" indent="-285750">
              <a:buFont typeface="+mj-lt"/>
              <a:buAutoNum type="arabicPeriod"/>
            </a:pPr>
            <a:r>
              <a:rPr lang="en-US"/>
              <a:t>At the start of training, learners answer questions and rate their confidence.</a:t>
            </a:r>
          </a:p>
          <a:p>
            <a:pPr marL="742950" lvl="1" indent="-285750">
              <a:buFont typeface="+mj-lt"/>
              <a:buAutoNum type="arabicPeriod"/>
            </a:pPr>
            <a:r>
              <a:rPr lang="en-US"/>
              <a:t>If they </a:t>
            </a:r>
            <a:r>
              <a:rPr lang="en-US" b="1"/>
              <a:t>answer incorrectly</a:t>
            </a:r>
            <a:r>
              <a:rPr lang="en-US"/>
              <a:t> but were </a:t>
            </a:r>
            <a:r>
              <a:rPr lang="en-US" b="1"/>
              <a:t>highly confident</a:t>
            </a:r>
            <a:r>
              <a:rPr lang="en-US"/>
              <a:t>, this is classified as </a:t>
            </a:r>
            <a:r>
              <a:rPr lang="en-US" b="1"/>
              <a:t>unconscious incompetence</a:t>
            </a:r>
            <a:r>
              <a:rPr lang="en-US"/>
              <a:t>.</a:t>
            </a:r>
          </a:p>
          <a:p>
            <a:pPr marL="742950" lvl="1" indent="-285750">
              <a:buFont typeface="+mj-lt"/>
              <a:buAutoNum type="arabicPeriod"/>
            </a:pPr>
            <a:r>
              <a:rPr lang="en-US"/>
              <a:t>The system tracks the percentage of these cases.</a:t>
            </a:r>
          </a:p>
          <a:p>
            <a:pPr>
              <a:buFont typeface="+mj-lt"/>
              <a:buAutoNum type="arabicPeriod"/>
            </a:pPr>
            <a:r>
              <a:rPr lang="en-US" b="1"/>
              <a:t>Progress During Training:</a:t>
            </a:r>
            <a:endParaRPr lang="en-US"/>
          </a:p>
          <a:p>
            <a:pPr marL="742950" lvl="1" indent="-285750">
              <a:buFont typeface="+mj-lt"/>
              <a:buAutoNum type="arabicPeriod"/>
            </a:pPr>
            <a:r>
              <a:rPr lang="en-US"/>
              <a:t>As learners go through the adaptive training, they receive feedback, explanations, and retry questions.</a:t>
            </a:r>
          </a:p>
          <a:p>
            <a:pPr marL="742950" lvl="1" indent="-285750">
              <a:buFont typeface="+mj-lt"/>
              <a:buAutoNum type="arabicPeriod"/>
            </a:pPr>
            <a:r>
              <a:rPr lang="en-US"/>
              <a:t>Over time, they either </a:t>
            </a:r>
            <a:r>
              <a:rPr lang="en-US" b="1"/>
              <a:t>correct their knowledge</a:t>
            </a:r>
            <a:r>
              <a:rPr lang="en-US"/>
              <a:t> or become </a:t>
            </a:r>
            <a:r>
              <a:rPr lang="en-US" b="1"/>
              <a:t>more aware of their knowledge gaps</a:t>
            </a:r>
            <a:r>
              <a:rPr lang="en-US"/>
              <a:t>.</a:t>
            </a:r>
          </a:p>
          <a:p>
            <a:pPr marL="742950" lvl="1" indent="-285750">
              <a:buFont typeface="+mj-lt"/>
              <a:buAutoNum type="arabicPeriod"/>
            </a:pPr>
            <a:r>
              <a:rPr lang="en-US"/>
              <a:t>If they still answer incorrectly but now indicate </a:t>
            </a:r>
            <a:r>
              <a:rPr lang="en-US" b="1"/>
              <a:t>low confidence</a:t>
            </a:r>
            <a:r>
              <a:rPr lang="en-US"/>
              <a:t>, they have moved from </a:t>
            </a:r>
            <a:r>
              <a:rPr lang="en-US" b="1"/>
              <a:t>unconscious incompetence</a:t>
            </a:r>
            <a:r>
              <a:rPr lang="en-US"/>
              <a:t> to </a:t>
            </a:r>
            <a:r>
              <a:rPr lang="en-US" b="1"/>
              <a:t>conscious incompetence</a:t>
            </a:r>
            <a:r>
              <a:rPr lang="en-US"/>
              <a:t>—which is progress.</a:t>
            </a:r>
          </a:p>
          <a:p>
            <a:pPr>
              <a:buFont typeface="+mj-lt"/>
              <a:buAutoNum type="arabicPeriod"/>
            </a:pPr>
            <a:r>
              <a:rPr lang="en-US" b="1"/>
              <a:t>Final Measurement &amp; Calculation:</a:t>
            </a:r>
            <a:endParaRPr lang="en-US"/>
          </a:p>
          <a:p>
            <a:pPr marL="742950" lvl="1" indent="-285750">
              <a:buFont typeface="+mj-lt"/>
              <a:buAutoNum type="arabicPeriod"/>
            </a:pPr>
            <a:r>
              <a:rPr lang="en-US"/>
              <a:t>At the end of the training, the system re-evaluates how often learners still overestimate their knowledge.</a:t>
            </a:r>
          </a:p>
          <a:p>
            <a:pPr marL="742950" lvl="1" indent="-285750">
              <a:buFont typeface="+mj-lt"/>
              <a:buAutoNum type="arabicPeriod"/>
            </a:pPr>
            <a:r>
              <a:rPr lang="en-US"/>
              <a:t>The </a:t>
            </a:r>
            <a:r>
              <a:rPr lang="en-US" b="1"/>
              <a:t>percentage decrease in unconscious incompetence</a:t>
            </a:r>
            <a:r>
              <a:rPr lang="en-US"/>
              <a:t> (from the initial assessment to the final results) is measured.</a:t>
            </a:r>
          </a:p>
          <a:p>
            <a:pPr marL="742950" lvl="1" indent="-285750">
              <a:buFont typeface="+mj-lt"/>
              <a:buAutoNum type="arabicPeriod"/>
            </a:pPr>
            <a:r>
              <a:rPr lang="en-US"/>
              <a:t>This reduction is expressed as a </a:t>
            </a:r>
            <a:r>
              <a:rPr lang="en-US" b="1"/>
              <a:t>percentage improvement</a:t>
            </a:r>
            <a:r>
              <a:rPr lang="en-US"/>
              <a:t>.</a:t>
            </a:r>
          </a:p>
          <a:p>
            <a:r>
              <a:rPr lang="en-US" b="1"/>
              <a:t>In Summary:</a:t>
            </a:r>
          </a:p>
          <a:p>
            <a:r>
              <a:rPr lang="en-US"/>
              <a:t>The </a:t>
            </a:r>
            <a:r>
              <a:rPr lang="en-US" b="1"/>
              <a:t>Reduction of Unconscious Incompetence</a:t>
            </a:r>
            <a:r>
              <a:rPr lang="en-US"/>
              <a:t> measures how much a learner has improved in recognizing when they do not know something. A </a:t>
            </a:r>
            <a:r>
              <a:rPr lang="en-US" b="1"/>
              <a:t>higher reduction percentage</a:t>
            </a:r>
            <a:r>
              <a:rPr lang="en-US"/>
              <a:t> means that learners have become better at identifying their knowledge gaps and are less likely to be overconfident in incorrect answers.</a:t>
            </a:r>
          </a:p>
          <a:p>
            <a:endParaRPr lang="en-US"/>
          </a:p>
          <a:p>
            <a:endParaRPr lang="en-US"/>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39A6FC-E627-4A9D-8B8B-1C62E384257C}" type="slidenum">
              <a:rPr kumimoji="0" lang="de-D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8231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The Index of Difficulty </a:t>
            </a:r>
            <a:r>
              <a:rPr lang="en-US"/>
              <a:t>is based on the ski slope system, which shows how hard the slopes are. There are blue slopes for beginners, red slopes for more experienced skiers, and black slopes for expert skiers. The modules can be grouped in a similar way.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r>
              <a:rPr lang="en-US" b="1"/>
              <a:t>Average Accuracy: </a:t>
            </a:r>
            <a:r>
              <a:rPr lang="en-US" b="0"/>
              <a:t>H</a:t>
            </a:r>
            <a:r>
              <a:rPr lang="en-US"/>
              <a:t>ow often a person answers a question or completes a task correctly in relation to the total number of attempts. A high </a:t>
            </a:r>
            <a:r>
              <a:rPr lang="en-US" b="1"/>
              <a:t>Average Accuracy</a:t>
            </a:r>
            <a:r>
              <a:rPr lang="en-US"/>
              <a:t> indicates strong performance and a good understanding of the material/ content.</a:t>
            </a:r>
            <a:endParaRPr lang="de-DE"/>
          </a:p>
          <a:p>
            <a:endParaRPr lang="de-DE"/>
          </a:p>
          <a:p>
            <a:r>
              <a:rPr lang="en-US" b="1"/>
              <a:t>Unconscious Incompetence</a:t>
            </a:r>
            <a:r>
              <a:rPr lang="en-US"/>
              <a:t> – You don’t know what you don’t know. You are unaware of your lack of knowledge or skill.</a:t>
            </a:r>
          </a:p>
          <a:p>
            <a:r>
              <a:rPr lang="en-US" b="1"/>
              <a:t>Conscious Incompetence</a:t>
            </a:r>
            <a:r>
              <a:rPr lang="en-US"/>
              <a:t> – You become aware of your lack of knowledge or skill. You understand that you need to learn.</a:t>
            </a:r>
          </a:p>
          <a:p>
            <a:r>
              <a:rPr lang="en-US" b="1"/>
              <a:t>Conscious Competence</a:t>
            </a:r>
            <a:r>
              <a:rPr lang="en-US"/>
              <a:t> – You can perform the skill, but you need to consciously think about it and focus.</a:t>
            </a:r>
          </a:p>
          <a:p>
            <a:r>
              <a:rPr lang="en-US" b="1"/>
              <a:t>Unconscious Competence</a:t>
            </a:r>
            <a:r>
              <a:rPr lang="en-US"/>
              <a:t> – You perform the skill effortlessly and automatically, without having to think about it. </a:t>
            </a:r>
            <a:endParaRPr lang="de-DE"/>
          </a:p>
          <a:p>
            <a:endParaRPr lang="de-DE"/>
          </a:p>
        </p:txBody>
      </p:sp>
      <p:sp>
        <p:nvSpPr>
          <p:cNvPr id="4" name="Foliennummernplatzhalt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39A6FC-E627-4A9D-8B8B-1C62E384257C}"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7978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5" Type="http://schemas.openxmlformats.org/officeDocument/2006/relationships/image" Target="../media/image2.emf"/><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slideMaster" Target="../slideMasters/slideMaster2.xml"/><Relationship Id="rId7" Type="http://schemas.openxmlformats.org/officeDocument/2006/relationships/oleObject" Target="../embeddings/oleObject3.bin"/><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xml"/><Relationship Id="rId5" Type="http://schemas.openxmlformats.org/officeDocument/2006/relationships/image" Target="../media/image2.emf"/><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4.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4.emf"/></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oleObject" Target="../embeddings/oleObject3.bin"/><Relationship Id="rId5" Type="http://schemas.openxmlformats.org/officeDocument/2006/relationships/image" Target="../media/image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slideMaster" Target="../slideMasters/slideMaster2.xml"/><Relationship Id="rId7" Type="http://schemas.openxmlformats.org/officeDocument/2006/relationships/image" Target="../media/image4.emf"/><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oleObject" Target="../embeddings/oleObject3.bin"/><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emf"/><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4.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4.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4.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4.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4.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4.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4.emf"/></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4.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4.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7.xml"/><Relationship Id="rId5" Type="http://schemas.openxmlformats.org/officeDocument/2006/relationships/image" Target="../media/image2.emf"/><Relationship Id="rId4" Type="http://schemas.openxmlformats.org/officeDocument/2006/relationships/image" Target="../media/image4.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8.xml"/><Relationship Id="rId5" Type="http://schemas.openxmlformats.org/officeDocument/2006/relationships/image" Target="../media/image2.emf"/><Relationship Id="rId4" Type="http://schemas.openxmlformats.org/officeDocument/2006/relationships/image" Target="../media/image4.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9.xml"/><Relationship Id="rId5" Type="http://schemas.openxmlformats.org/officeDocument/2006/relationships/image" Target="../media/image2.emf"/><Relationship Id="rId4" Type="http://schemas.openxmlformats.org/officeDocument/2006/relationships/image" Target="../media/image4.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4.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1.xml"/><Relationship Id="rId4" Type="http://schemas.openxmlformats.org/officeDocument/2006/relationships/image" Target="../media/image4.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2.xml"/><Relationship Id="rId4" Type="http://schemas.openxmlformats.org/officeDocument/2006/relationships/image" Target="../media/image4.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3.xml"/><Relationship Id="rId4" Type="http://schemas.openxmlformats.org/officeDocument/2006/relationships/image" Target="../media/image4.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4.xml"/><Relationship Id="rId4" Type="http://schemas.openxmlformats.org/officeDocument/2006/relationships/image" Target="../media/image4.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4.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6.xml"/><Relationship Id="rId4" Type="http://schemas.openxmlformats.org/officeDocument/2006/relationships/image" Target="../media/image4.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7.xml"/><Relationship Id="rId4" Type="http://schemas.openxmlformats.org/officeDocument/2006/relationships/image" Target="../media/image4.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8.xml"/><Relationship Id="rId4" Type="http://schemas.openxmlformats.org/officeDocument/2006/relationships/image" Target="../media/image4.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9.xml"/><Relationship Id="rId4" Type="http://schemas.openxmlformats.org/officeDocument/2006/relationships/image" Target="../media/image4.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0.xml"/><Relationship Id="rId5" Type="http://schemas.openxmlformats.org/officeDocument/2006/relationships/image" Target="../media/image2.emf"/><Relationship Id="rId4" Type="http://schemas.openxmlformats.org/officeDocument/2006/relationships/image" Target="../media/image4.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1.xml"/><Relationship Id="rId4" Type="http://schemas.openxmlformats.org/officeDocument/2006/relationships/image" Target="../media/image4.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2.xml"/><Relationship Id="rId4" Type="http://schemas.openxmlformats.org/officeDocument/2006/relationships/image" Target="../media/image4.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3.xml"/><Relationship Id="rId4" Type="http://schemas.openxmlformats.org/officeDocument/2006/relationships/image" Target="../media/image4.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4.xml"/><Relationship Id="rId4" Type="http://schemas.openxmlformats.org/officeDocument/2006/relationships/image" Target="../media/image4.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5.xml"/><Relationship Id="rId4" Type="http://schemas.openxmlformats.org/officeDocument/2006/relationships/image" Target="../media/image4.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6.xml"/><Relationship Id="rId4" Type="http://schemas.openxmlformats.org/officeDocument/2006/relationships/image" Target="../media/image4.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7.xml"/><Relationship Id="rId4" Type="http://schemas.openxmlformats.org/officeDocument/2006/relationships/image" Target="../media/image4.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8.xml"/><Relationship Id="rId4" Type="http://schemas.openxmlformats.org/officeDocument/2006/relationships/image" Target="../media/image4.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9.xml"/><Relationship Id="rId4" Type="http://schemas.openxmlformats.org/officeDocument/2006/relationships/image" Target="../media/image4.emf"/></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0.xml"/><Relationship Id="rId5" Type="http://schemas.openxmlformats.org/officeDocument/2006/relationships/image" Target="../media/image2.emf"/><Relationship Id="rId4" Type="http://schemas.openxmlformats.org/officeDocument/2006/relationships/image" Target="../media/image3.emf"/></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531CBB-247A-6E63-729F-2927C90FB6C4}"/>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1A83FAAA-95EC-53C9-1AC8-4E1CBC8DC1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4014A231-51E3-EF7D-D060-6DFD9BC9A3D7}"/>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5" name="Fußzeilenplatzhalter 4">
            <a:extLst>
              <a:ext uri="{FF2B5EF4-FFF2-40B4-BE49-F238E27FC236}">
                <a16:creationId xmlns:a16="http://schemas.microsoft.com/office/drawing/2014/main" id="{C0292093-CE8A-E28B-2565-6076DBCBE7C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6E75D0A-520E-5F4C-C93C-39C952E65964}"/>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2198370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5B2AD2-58B2-FE18-6005-B33488F3FCFA}"/>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9223F79-31FF-C646-12AD-F5688D46B2F9}"/>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AE1AABB-BCB1-C8CA-9FCC-ACE0FAACFF94}"/>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5" name="Fußzeilenplatzhalter 4">
            <a:extLst>
              <a:ext uri="{FF2B5EF4-FFF2-40B4-BE49-F238E27FC236}">
                <a16:creationId xmlns:a16="http://schemas.microsoft.com/office/drawing/2014/main" id="{D1A05ABC-FFE7-4AB5-985E-3C222C8AD97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12F88BE-035B-7AC2-5DB3-38718897312D}"/>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1467778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331B46-064E-F5D4-4523-02C63DEDC20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2521652-E50F-B16F-837D-C846BAF258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6B10A9F-12EF-9D73-AF37-40334B9B7661}"/>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5" name="Fußzeilenplatzhalter 4">
            <a:extLst>
              <a:ext uri="{FF2B5EF4-FFF2-40B4-BE49-F238E27FC236}">
                <a16:creationId xmlns:a16="http://schemas.microsoft.com/office/drawing/2014/main" id="{D290BBB0-7CFE-F857-2C44-AFBACAC9867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9933A99-2725-174A-C775-1613C5B535A3}"/>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3071393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4B1D6E-1263-621D-D5CD-9F4AF7A1D8F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C87E9B3-8671-7594-3943-88F58C1960B2}"/>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6778AE62-9C94-8BEF-F71D-BFEE96401602}"/>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6DE96755-9ACD-C7AC-8EA1-963542ACFB5E}"/>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6" name="Fußzeilenplatzhalter 5">
            <a:extLst>
              <a:ext uri="{FF2B5EF4-FFF2-40B4-BE49-F238E27FC236}">
                <a16:creationId xmlns:a16="http://schemas.microsoft.com/office/drawing/2014/main" id="{C9AFB72D-413C-4693-19E8-392B74C90C61}"/>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AF3FF96-D0C8-A18C-2858-97D2A184F81B}"/>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3365031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2C4FCC-CD21-2CB5-E917-7181B507BC98}"/>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D4FA428-E544-6632-6B27-5B29270B3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A2EB33CD-ABA3-6005-006D-9B2F43B8C74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49DFA59C-555E-C2C2-EF8B-9F23935B70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063263A-C372-8A5D-4476-12C1A376B33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BBC69805-C98B-F008-6C64-4A87916E1173}"/>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8" name="Fußzeilenplatzhalter 7">
            <a:extLst>
              <a:ext uri="{FF2B5EF4-FFF2-40B4-BE49-F238E27FC236}">
                <a16:creationId xmlns:a16="http://schemas.microsoft.com/office/drawing/2014/main" id="{AD09BA2F-F2C7-F93A-A637-B3062B9141D7}"/>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595CEFCB-5B78-7AEE-6F03-BA509B1BCB00}"/>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864295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B39AE9-FEDE-0077-0E96-8770E2A391E7}"/>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613E5ABB-0E69-C456-D524-1C197C0A09D4}"/>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4" name="Fußzeilenplatzhalter 3">
            <a:extLst>
              <a:ext uri="{FF2B5EF4-FFF2-40B4-BE49-F238E27FC236}">
                <a16:creationId xmlns:a16="http://schemas.microsoft.com/office/drawing/2014/main" id="{CF98606C-BD21-F6CA-488A-83D0CA67D608}"/>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8019004-B401-0D7D-52B6-7A6B5258D4C3}"/>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1257296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2924F0E-1D0D-AEAC-DA39-4857F2EC6441}"/>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3" name="Fußzeilenplatzhalter 2">
            <a:extLst>
              <a:ext uri="{FF2B5EF4-FFF2-40B4-BE49-F238E27FC236}">
                <a16:creationId xmlns:a16="http://schemas.microsoft.com/office/drawing/2014/main" id="{6C73673F-642B-A4ED-E23D-B3D317481FE4}"/>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BE2DBF40-CB2A-5A79-98B0-DE635FE1EC70}"/>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2786117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1F8014-6D37-6795-7A7C-8B664A535CB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C1345AEE-4275-4FCC-8615-F33E3771F4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200567A5-DADF-B5A2-C04F-519FD3977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02D59C6-509A-6F04-2EAC-4964E4EC8049}"/>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6" name="Fußzeilenplatzhalter 5">
            <a:extLst>
              <a:ext uri="{FF2B5EF4-FFF2-40B4-BE49-F238E27FC236}">
                <a16:creationId xmlns:a16="http://schemas.microsoft.com/office/drawing/2014/main" id="{8F7D3104-34EC-8864-E916-0675D7CDBA7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C42E0B91-7805-E486-3F89-CEFA394C8EFB}"/>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3155377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D96935-9640-9146-42EA-85E42A298F7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7EDEBA58-8C43-CA7E-F8C7-10F6F09ACC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2346C999-8F5B-C53F-E2E0-C7E706A827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9C27C34-E9D6-B347-61B1-59325948B320}"/>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6" name="Fußzeilenplatzhalter 5">
            <a:extLst>
              <a:ext uri="{FF2B5EF4-FFF2-40B4-BE49-F238E27FC236}">
                <a16:creationId xmlns:a16="http://schemas.microsoft.com/office/drawing/2014/main" id="{9347528D-5F4F-472F-B321-CD209662B5C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DA8632E-A407-390C-3714-8167BCD72F4E}"/>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115149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AA0528-E2B2-1968-7454-3309C984D448}"/>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E87CFA24-1E27-94E4-B8C0-0E37DDFCEAF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AD22117-E368-4E67-7228-E33520853C7B}"/>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5" name="Fußzeilenplatzhalter 4">
            <a:extLst>
              <a:ext uri="{FF2B5EF4-FFF2-40B4-BE49-F238E27FC236}">
                <a16:creationId xmlns:a16="http://schemas.microsoft.com/office/drawing/2014/main" id="{EBED3598-184A-0B74-92B5-D2F2A8352D1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8B991EF-FBA1-5D33-64BD-3485B27212A6}"/>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2395962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9DDE19BA-82E3-A8F2-2010-E648BBFF0D71}"/>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AC742E03-43B0-AF0B-FBEE-9ED6854ECBD0}"/>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6E1CDB7-57E2-58C1-34AB-96B0F5123F5F}"/>
              </a:ext>
            </a:extLst>
          </p:cNvPr>
          <p:cNvSpPr>
            <a:spLocks noGrp="1"/>
          </p:cNvSpPr>
          <p:nvPr>
            <p:ph type="dt" sz="half" idx="10"/>
          </p:nvPr>
        </p:nvSpPr>
        <p:spPr/>
        <p:txBody>
          <a:bodyPr/>
          <a:lstStyle/>
          <a:p>
            <a:fld id="{5ECE22A9-6A63-4E1D-B681-2194020F16EB}" type="datetimeFigureOut">
              <a:rPr lang="de-DE" smtClean="0"/>
              <a:t>02.02.2026</a:t>
            </a:fld>
            <a:endParaRPr lang="de-DE"/>
          </a:p>
        </p:txBody>
      </p:sp>
      <p:sp>
        <p:nvSpPr>
          <p:cNvPr id="5" name="Fußzeilenplatzhalter 4">
            <a:extLst>
              <a:ext uri="{FF2B5EF4-FFF2-40B4-BE49-F238E27FC236}">
                <a16:creationId xmlns:a16="http://schemas.microsoft.com/office/drawing/2014/main" id="{3236E69A-DB27-99C3-9FF7-42DC2F11866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67EB496-EF9E-9532-E862-1B57FA22A90E}"/>
              </a:ext>
            </a:extLst>
          </p:cNvPr>
          <p:cNvSpPr>
            <a:spLocks noGrp="1"/>
          </p:cNvSpPr>
          <p:nvPr>
            <p:ph type="sldNum" sz="quarter" idx="12"/>
          </p:nvPr>
        </p:nvSpPr>
        <p:spPr/>
        <p:txBody>
          <a:bodyPr/>
          <a:lstStyle/>
          <a:p>
            <a:fld id="{4C6BCDFE-1D25-4726-A880-B157E59C4CE5}" type="slidenum">
              <a:rPr lang="de-DE" smtClean="0"/>
              <a:t>‹Nr.›</a:t>
            </a:fld>
            <a:endParaRPr lang="de-DE"/>
          </a:p>
        </p:txBody>
      </p:sp>
    </p:spTree>
    <p:extLst>
      <p:ext uri="{BB962C8B-B14F-4D97-AF65-F5344CB8AC3E}">
        <p14:creationId xmlns:p14="http://schemas.microsoft.com/office/powerpoint/2010/main" val="3242213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tart chart">
    <p:spTree>
      <p:nvGrpSpPr>
        <p:cNvPr id="1" name=""/>
        <p:cNvGrpSpPr/>
        <p:nvPr/>
      </p:nvGrpSpPr>
      <p:grpSpPr>
        <a:xfrm>
          <a:off x="0" y="0"/>
          <a:ext cx="0" cy="0"/>
          <a:chOff x="0" y="0"/>
          <a:chExt cx="0" cy="0"/>
        </a:xfrm>
      </p:grpSpPr>
      <p:sp>
        <p:nvSpPr>
          <p:cNvPr id="4" name="Rechteck 17">
            <a:extLst>
              <a:ext uri="{FF2B5EF4-FFF2-40B4-BE49-F238E27FC236}">
                <a16:creationId xmlns:a16="http://schemas.microsoft.com/office/drawing/2014/main" id="{5E9D2984-B72E-45D4-A1B7-D912744DA16E}"/>
              </a:ext>
            </a:extLst>
          </p:cNvPr>
          <p:cNvSpPr/>
          <p:nvPr/>
        </p:nvSpPr>
        <p:spPr>
          <a:xfrm>
            <a:off x="249685" y="249454"/>
            <a:ext cx="11712739" cy="6359093"/>
          </a:xfrm>
          <a:custGeom>
            <a:avLst/>
            <a:gdLst/>
            <a:ahLst/>
            <a:cxnLst/>
            <a:rect l="l" t="t" r="r" b="b"/>
            <a:pathLst>
              <a:path w="8784554" h="4773737">
                <a:moveTo>
                  <a:pt x="0" y="0"/>
                </a:moveTo>
                <a:lnTo>
                  <a:pt x="6873936" y="0"/>
                </a:lnTo>
                <a:lnTo>
                  <a:pt x="6873936" y="1193481"/>
                </a:lnTo>
                <a:lnTo>
                  <a:pt x="8784554" y="1193481"/>
                </a:lnTo>
                <a:lnTo>
                  <a:pt x="8784554" y="4773737"/>
                </a:lnTo>
                <a:lnTo>
                  <a:pt x="0" y="4773737"/>
                </a:lnTo>
                <a:close/>
              </a:path>
            </a:pathLst>
          </a:custGeom>
          <a:solidFill>
            <a:schemeClr val="bg2"/>
          </a:solidFill>
        </p:spPr>
        <p:txBody>
          <a:bodyPr rot="0" spcFirstLastPara="0" vertOverflow="overflow" horzOverflow="overflow" vert="horz" wrap="square" lIns="143867" tIns="95911" rIns="143867" bIns="95911" numCol="1" spcCol="0" rtlCol="0" fromWordArt="0" anchor="ctr" anchorCtr="0" forceAA="0" compatLnSpc="1">
            <a:prstTxWarp prst="textNoShape">
              <a:avLst/>
            </a:prstTxWarp>
            <a:noAutofit/>
          </a:bodyPr>
          <a:lstStyle/>
          <a:p>
            <a:pPr algn="ctr"/>
            <a:endParaRPr lang="de-DE" sz="1865" err="1">
              <a:latin typeface="Arial" panose="020B0604020202020204" pitchFamily="34" charset="0"/>
            </a:endParaRPr>
          </a:p>
        </p:txBody>
      </p:sp>
      <p:pic>
        <p:nvPicPr>
          <p:cNvPr id="5" name="Grafik 4">
            <a:extLst>
              <a:ext uri="{FF2B5EF4-FFF2-40B4-BE49-F238E27FC236}">
                <a16:creationId xmlns:a16="http://schemas.microsoft.com/office/drawing/2014/main" id="{658A2F58-9EB3-4CC9-AD49-29BA58867F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563102" y="249454"/>
            <a:ext cx="2403557" cy="1440969"/>
          </a:xfrm>
          <a:prstGeom prst="rect">
            <a:avLst/>
          </a:prstGeom>
        </p:spPr>
      </p:pic>
      <p:sp>
        <p:nvSpPr>
          <p:cNvPr id="6" name="Rechteck 17">
            <a:extLst>
              <a:ext uri="{FF2B5EF4-FFF2-40B4-BE49-F238E27FC236}">
                <a16:creationId xmlns:a16="http://schemas.microsoft.com/office/drawing/2014/main" id="{AD7927D4-5B1B-4B24-AA35-87FC0795C063}"/>
              </a:ext>
            </a:extLst>
          </p:cNvPr>
          <p:cNvSpPr/>
          <p:nvPr userDrawn="1"/>
        </p:nvSpPr>
        <p:spPr>
          <a:xfrm>
            <a:off x="249685" y="249454"/>
            <a:ext cx="11712739" cy="6359093"/>
          </a:xfrm>
          <a:custGeom>
            <a:avLst/>
            <a:gdLst/>
            <a:ahLst/>
            <a:cxnLst/>
            <a:rect l="l" t="t" r="r" b="b"/>
            <a:pathLst>
              <a:path w="8784554" h="4773737">
                <a:moveTo>
                  <a:pt x="0" y="0"/>
                </a:moveTo>
                <a:lnTo>
                  <a:pt x="6873936" y="0"/>
                </a:lnTo>
                <a:lnTo>
                  <a:pt x="6873936" y="1193481"/>
                </a:lnTo>
                <a:lnTo>
                  <a:pt x="8784554" y="1193481"/>
                </a:lnTo>
                <a:lnTo>
                  <a:pt x="8784554" y="4773737"/>
                </a:lnTo>
                <a:lnTo>
                  <a:pt x="0" y="4773737"/>
                </a:lnTo>
                <a:close/>
              </a:path>
            </a:pathLst>
          </a:custGeom>
          <a:solidFill>
            <a:schemeClr val="bg2"/>
          </a:solidFill>
        </p:spPr>
        <p:txBody>
          <a:bodyPr rot="0" spcFirstLastPara="0" vertOverflow="overflow" horzOverflow="overflow" vert="horz" wrap="square" lIns="143867" tIns="95911" rIns="143867" bIns="95911" numCol="1" spcCol="0" rtlCol="0" fromWordArt="0" anchor="ctr" anchorCtr="0" forceAA="0" compatLnSpc="1">
            <a:prstTxWarp prst="textNoShape">
              <a:avLst/>
            </a:prstTxWarp>
            <a:noAutofit/>
          </a:bodyPr>
          <a:lstStyle/>
          <a:p>
            <a:pPr algn="ctr"/>
            <a:endParaRPr lang="de-DE" sz="1865" err="1">
              <a:latin typeface="Arial" panose="020B0604020202020204" pitchFamily="34" charset="0"/>
            </a:endParaRPr>
          </a:p>
        </p:txBody>
      </p:sp>
      <p:pic>
        <p:nvPicPr>
          <p:cNvPr id="7" name="Grafik 6">
            <a:extLst>
              <a:ext uri="{FF2B5EF4-FFF2-40B4-BE49-F238E27FC236}">
                <a16:creationId xmlns:a16="http://schemas.microsoft.com/office/drawing/2014/main" id="{82D276F1-EEC1-48BA-8E7E-5CF14E3A676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63102" y="249454"/>
            <a:ext cx="2403557" cy="1440969"/>
          </a:xfrm>
          <a:prstGeom prst="rect">
            <a:avLst/>
          </a:prstGeom>
        </p:spPr>
      </p:pic>
    </p:spTree>
    <p:extLst>
      <p:ext uri="{BB962C8B-B14F-4D97-AF65-F5344CB8AC3E}">
        <p14:creationId xmlns:p14="http://schemas.microsoft.com/office/powerpoint/2010/main" val="3250171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tart / title + subhead.">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extLst>
              <p:ext uri="{D42A27DB-BD31-4B8C-83A1-F6EECF244321}">
                <p14:modId xmlns:p14="http://schemas.microsoft.com/office/powerpoint/2010/main" val="4025336798"/>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Slide" r:id="rId3" imgW="410" imgH="419" progId="TCLayout.ActiveDocument.1">
                  <p:embed/>
                </p:oleObj>
              </mc:Choice>
              <mc:Fallback>
                <p:oleObj name="think-cell Slide" r:id="rId3" imgW="410" imgH="419"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1" name="Textplatzhalter 2"/>
          <p:cNvSpPr>
            <a:spLocks noGrp="1"/>
          </p:cNvSpPr>
          <p:nvPr>
            <p:ph type="body" idx="1" hasCustomPrompt="1"/>
          </p:nvPr>
        </p:nvSpPr>
        <p:spPr bwMode="gray">
          <a:xfrm>
            <a:off x="624419" y="5491318"/>
            <a:ext cx="5278967" cy="863381"/>
          </a:xfrm>
          <a:prstGeom prst="rect">
            <a:avLst/>
          </a:prstGeom>
        </p:spPr>
        <p:txBody>
          <a:bodyPr lIns="0" anchor="b">
            <a:noAutofit/>
          </a:bodyPr>
          <a:lstStyle>
            <a:lvl1pPr marL="236847" indent="-236847">
              <a:lnSpc>
                <a:spcPct val="110000"/>
              </a:lnSpc>
              <a:spcAft>
                <a:spcPts val="0"/>
              </a:spcAft>
              <a:buFont typeface="Wingdings" panose="05000000000000000000" pitchFamily="2" charset="2"/>
              <a:buChar char="è"/>
              <a:defRPr sz="1199" b="0">
                <a:solidFill>
                  <a:schemeClr val="tx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en-US" noProof="0"/>
              <a:t>Name, place, date</a:t>
            </a:r>
          </a:p>
        </p:txBody>
      </p:sp>
      <p:sp>
        <p:nvSpPr>
          <p:cNvPr id="3" name="Titel 2">
            <a:extLst>
              <a:ext uri="{FF2B5EF4-FFF2-40B4-BE49-F238E27FC236}">
                <a16:creationId xmlns:a16="http://schemas.microsoft.com/office/drawing/2014/main" id="{C35B4797-4675-4DDC-946A-7B7A5848C544}"/>
              </a:ext>
            </a:extLst>
          </p:cNvPr>
          <p:cNvSpPr>
            <a:spLocks noGrp="1"/>
          </p:cNvSpPr>
          <p:nvPr>
            <p:ph type="title" hasCustomPrompt="1"/>
          </p:nvPr>
        </p:nvSpPr>
        <p:spPr bwMode="gray">
          <a:xfrm>
            <a:off x="623393" y="2033560"/>
            <a:ext cx="11090241" cy="1251557"/>
          </a:xfrm>
        </p:spPr>
        <p:txBody>
          <a:bodyPr/>
          <a:lstStyle>
            <a:lvl1pPr>
              <a:defRPr sz="3996">
                <a:solidFill>
                  <a:schemeClr val="tx1"/>
                </a:solidFill>
              </a:defRPr>
            </a:lvl1pPr>
          </a:lstStyle>
          <a:p>
            <a:r>
              <a:rPr lang="en-US" noProof="0"/>
              <a:t>Title</a:t>
            </a:r>
          </a:p>
        </p:txBody>
      </p:sp>
      <p:pic>
        <p:nvPicPr>
          <p:cNvPr id="7" name="Grafik 6">
            <a:extLst>
              <a:ext uri="{FF2B5EF4-FFF2-40B4-BE49-F238E27FC236}">
                <a16:creationId xmlns:a16="http://schemas.microsoft.com/office/drawing/2014/main" id="{81FFCC13-0E5E-4106-ABB9-B1F6F4117DA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563102" y="249454"/>
            <a:ext cx="2403557" cy="1440969"/>
          </a:xfrm>
          <a:prstGeom prst="rect">
            <a:avLst/>
          </a:prstGeom>
        </p:spPr>
      </p:pic>
    </p:spTree>
    <p:extLst>
      <p:ext uri="{BB962C8B-B14F-4D97-AF65-F5344CB8AC3E}">
        <p14:creationId xmlns:p14="http://schemas.microsoft.com/office/powerpoint/2010/main" val="2281457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tart / title + subhead. / large image">
    <p:bg>
      <p:bgPr>
        <a:solidFill>
          <a:schemeClr val="bg1"/>
        </a:solidFill>
        <a:effectLst/>
      </p:bgPr>
    </p:bg>
    <p:spTree>
      <p:nvGrpSpPr>
        <p:cNvPr id="1" name=""/>
        <p:cNvGrpSpPr/>
        <p:nvPr/>
      </p:nvGrpSpPr>
      <p:grpSpPr>
        <a:xfrm>
          <a:off x="0" y="0"/>
          <a:ext cx="0" cy="0"/>
          <a:chOff x="0" y="0"/>
          <a:chExt cx="0" cy="0"/>
        </a:xfrm>
      </p:grpSpPr>
      <p:sp>
        <p:nvSpPr>
          <p:cNvPr id="9" name="Bildplatzhalter 7">
            <a:extLst>
              <a:ext uri="{FF2B5EF4-FFF2-40B4-BE49-F238E27FC236}">
                <a16:creationId xmlns:a16="http://schemas.microsoft.com/office/drawing/2014/main" id="{2C5CA0F8-87DC-459A-A4A4-90859CD41C75}"/>
              </a:ext>
            </a:extLst>
          </p:cNvPr>
          <p:cNvSpPr>
            <a:spLocks noGrp="1"/>
          </p:cNvSpPr>
          <p:nvPr>
            <p:ph type="pic" sz="quarter" idx="10"/>
          </p:nvPr>
        </p:nvSpPr>
        <p:spPr>
          <a:xfrm>
            <a:off x="249686" y="249454"/>
            <a:ext cx="11712740" cy="6359093"/>
          </a:xfrm>
          <a:custGeom>
            <a:avLst/>
            <a:gdLst/>
            <a:ahLst/>
            <a:cxnLst/>
            <a:rect l="l" t="t" r="r" b="b"/>
            <a:pathLst>
              <a:path w="8784555" h="4773737">
                <a:moveTo>
                  <a:pt x="0" y="0"/>
                </a:moveTo>
                <a:lnTo>
                  <a:pt x="6873887" y="0"/>
                </a:lnTo>
                <a:lnTo>
                  <a:pt x="6873887" y="1189727"/>
                </a:lnTo>
                <a:lnTo>
                  <a:pt x="8784555" y="1189727"/>
                </a:lnTo>
                <a:lnTo>
                  <a:pt x="8784555" y="4773737"/>
                </a:lnTo>
                <a:lnTo>
                  <a:pt x="0" y="4773737"/>
                </a:lnTo>
                <a:close/>
              </a:path>
            </a:pathLst>
          </a:custGeom>
          <a:solidFill>
            <a:schemeClr val="bg2"/>
          </a:solidFill>
        </p:spPr>
        <p:txBody>
          <a:bodyPr anchor="ctr"/>
          <a:lstStyle>
            <a:lvl1pPr marL="0" indent="0" algn="ctr">
              <a:buFont typeface="Arial" panose="020B0604020202020204" pitchFamily="34" charset="0"/>
              <a:buNone/>
              <a:defRPr b="0"/>
            </a:lvl1pPr>
          </a:lstStyle>
          <a:p>
            <a:r>
              <a:rPr lang="de-DE" noProof="0"/>
              <a:t>Bild durch Klicken auf Symbol hinzufügen</a:t>
            </a:r>
            <a:endParaRPr lang="en-US" noProof="0"/>
          </a:p>
        </p:txBody>
      </p:sp>
      <p:sp>
        <p:nvSpPr>
          <p:cNvPr id="3" name="Titel 2">
            <a:extLst>
              <a:ext uri="{FF2B5EF4-FFF2-40B4-BE49-F238E27FC236}">
                <a16:creationId xmlns:a16="http://schemas.microsoft.com/office/drawing/2014/main" id="{CB4699C4-5400-4CDA-8C15-7C0E392B8E17}"/>
              </a:ext>
            </a:extLst>
          </p:cNvPr>
          <p:cNvSpPr>
            <a:spLocks noGrp="1"/>
          </p:cNvSpPr>
          <p:nvPr>
            <p:ph type="title" hasCustomPrompt="1"/>
          </p:nvPr>
        </p:nvSpPr>
        <p:spPr bwMode="gray">
          <a:xfrm>
            <a:off x="0" y="4363958"/>
            <a:ext cx="12192000" cy="1678445"/>
          </a:xfrm>
          <a:gradFill>
            <a:gsLst>
              <a:gs pos="0">
                <a:schemeClr val="bg1"/>
              </a:gs>
              <a:gs pos="25000">
                <a:schemeClr val="bg1">
                  <a:alpha val="80000"/>
                </a:schemeClr>
              </a:gs>
              <a:gs pos="100000">
                <a:schemeClr val="bg1"/>
              </a:gs>
              <a:gs pos="60000">
                <a:schemeClr val="bg1">
                  <a:alpha val="65000"/>
                </a:schemeClr>
              </a:gs>
            </a:gsLst>
            <a:lin ang="0" scaled="1"/>
          </a:gradFill>
        </p:spPr>
        <p:txBody>
          <a:bodyPr lIns="720000" rIns="720000" bIns="432000" anchor="b"/>
          <a:lstStyle>
            <a:lvl1pPr>
              <a:lnSpc>
                <a:spcPct val="100000"/>
              </a:lnSpc>
              <a:defRPr sz="2931">
                <a:solidFill>
                  <a:schemeClr val="tx2"/>
                </a:solidFill>
              </a:defRPr>
            </a:lvl1pPr>
          </a:lstStyle>
          <a:p>
            <a:r>
              <a:rPr lang="en-US" noProof="0"/>
              <a:t>Title</a:t>
            </a:r>
          </a:p>
        </p:txBody>
      </p:sp>
      <p:graphicFrame>
        <p:nvGraphicFramePr>
          <p:cNvPr id="2" name="Objekt 1" hidden="1"/>
          <p:cNvGraphicFramePr>
            <a:graphicFrameLocks noChangeAspect="1"/>
          </p:cNvGraphicFramePr>
          <p:nvPr>
            <p:custDataLst>
              <p:tags r:id="rId1"/>
            </p:custDataLst>
            <p:extLst>
              <p:ext uri="{D42A27DB-BD31-4B8C-83A1-F6EECF244321}">
                <p14:modId xmlns:p14="http://schemas.microsoft.com/office/powerpoint/2010/main" val="3595858922"/>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Slide" r:id="rId4" imgW="410" imgH="419" progId="TCLayout.ActiveDocument.1">
                  <p:embed/>
                </p:oleObj>
              </mc:Choice>
              <mc:Fallback>
                <p:oleObj name="think-cell Slide" r:id="rId4" imgW="410" imgH="419" progId="TCLayout.ActiveDocument.1">
                  <p:embed/>
                  <p:pic>
                    <p:nvPicPr>
                      <p:cNvPr id="2" name="Objekt 1" hidden="1"/>
                      <p:cNvPicPr/>
                      <p:nvPr/>
                    </p:nvPicPr>
                    <p:blipFill>
                      <a:blip r:embed="rId5"/>
                      <a:stretch>
                        <a:fillRect/>
                      </a:stretch>
                    </p:blipFill>
                    <p:spPr>
                      <a:xfrm>
                        <a:off x="2119" y="2116"/>
                        <a:ext cx="2116" cy="2115"/>
                      </a:xfrm>
                      <a:prstGeom prst="rect">
                        <a:avLst/>
                      </a:prstGeom>
                    </p:spPr>
                  </p:pic>
                </p:oleObj>
              </mc:Fallback>
            </mc:AlternateContent>
          </a:graphicData>
        </a:graphic>
      </p:graphicFrame>
      <p:sp>
        <p:nvSpPr>
          <p:cNvPr id="21" name="Textplatzhalter 2"/>
          <p:cNvSpPr>
            <a:spLocks noGrp="1"/>
          </p:cNvSpPr>
          <p:nvPr>
            <p:ph type="body" idx="1" hasCustomPrompt="1"/>
          </p:nvPr>
        </p:nvSpPr>
        <p:spPr bwMode="gray">
          <a:xfrm>
            <a:off x="977899" y="5514894"/>
            <a:ext cx="10735735" cy="335689"/>
          </a:xfrm>
          <a:prstGeom prst="rect">
            <a:avLst/>
          </a:prstGeom>
        </p:spPr>
        <p:txBody>
          <a:bodyPr lIns="0" anchor="b">
            <a:noAutofit/>
          </a:bodyPr>
          <a:lstStyle>
            <a:lvl1pPr marL="0" indent="0">
              <a:lnSpc>
                <a:spcPct val="110000"/>
              </a:lnSpc>
              <a:spcAft>
                <a:spcPts val="0"/>
              </a:spcAft>
              <a:buFont typeface="Wingdings" panose="05000000000000000000" pitchFamily="2" charset="2"/>
              <a:buNone/>
              <a:defRPr sz="1865" b="0">
                <a:solidFill>
                  <a:schemeClr val="accent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en-US" noProof="0"/>
              <a:t>Name, place, date</a:t>
            </a:r>
          </a:p>
        </p:txBody>
      </p:sp>
      <p:pic>
        <p:nvPicPr>
          <p:cNvPr id="8" name="Grafik 7">
            <a:extLst>
              <a:ext uri="{FF2B5EF4-FFF2-40B4-BE49-F238E27FC236}">
                <a16:creationId xmlns:a16="http://schemas.microsoft.com/office/drawing/2014/main" id="{CBC6B722-6BEE-46B3-B3BA-56B90DEE594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563102" y="249454"/>
            <a:ext cx="2403557" cy="1440969"/>
          </a:xfrm>
          <a:prstGeom prst="rect">
            <a:avLst/>
          </a:prstGeom>
        </p:spPr>
      </p:pic>
      <p:graphicFrame>
        <p:nvGraphicFramePr>
          <p:cNvPr id="7" name="Objekt 6" hidden="1">
            <a:extLst>
              <a:ext uri="{FF2B5EF4-FFF2-40B4-BE49-F238E27FC236}">
                <a16:creationId xmlns:a16="http://schemas.microsoft.com/office/drawing/2014/main" id="{3488461F-1306-4ECA-A779-8AD0F088D8DF}"/>
              </a:ext>
            </a:extLst>
          </p:cNvPr>
          <p:cNvGraphicFramePr>
            <a:graphicFrameLocks noChangeAspect="1"/>
          </p:cNvGraphicFramePr>
          <p:nvPr userDrawn="1">
            <p:custDataLst>
              <p:tags r:id="rId2"/>
            </p:custDataLst>
            <p:extLst>
              <p:ext uri="{D42A27DB-BD31-4B8C-83A1-F6EECF244321}">
                <p14:modId xmlns:p14="http://schemas.microsoft.com/office/powerpoint/2010/main" val="1073856529"/>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7" imgW="413" imgH="414" progId="TCLayout.ActiveDocument.1">
                  <p:embed/>
                </p:oleObj>
              </mc:Choice>
              <mc:Fallback>
                <p:oleObj name="think-cell Folie" r:id="rId7" imgW="413" imgH="414" progId="TCLayout.ActiveDocument.1">
                  <p:embed/>
                  <p:pic>
                    <p:nvPicPr>
                      <p:cNvPr id="7" name="Objekt 6" hidden="1">
                        <a:extLst>
                          <a:ext uri="{FF2B5EF4-FFF2-40B4-BE49-F238E27FC236}">
                            <a16:creationId xmlns:a16="http://schemas.microsoft.com/office/drawing/2014/main" id="{3488461F-1306-4ECA-A779-8AD0F088D8DF}"/>
                          </a:ext>
                        </a:extLst>
                      </p:cNvPr>
                      <p:cNvPicPr/>
                      <p:nvPr/>
                    </p:nvPicPr>
                    <p:blipFill>
                      <a:blip r:embed="rId8"/>
                      <a:stretch>
                        <a:fillRect/>
                      </a:stretch>
                    </p:blipFill>
                    <p:spPr>
                      <a:xfrm>
                        <a:off x="2119" y="2116"/>
                        <a:ext cx="2116" cy="2115"/>
                      </a:xfrm>
                      <a:prstGeom prst="rect">
                        <a:avLst/>
                      </a:prstGeom>
                    </p:spPr>
                  </p:pic>
                </p:oleObj>
              </mc:Fallback>
            </mc:AlternateContent>
          </a:graphicData>
        </a:graphic>
      </p:graphicFrame>
      <p:pic>
        <p:nvPicPr>
          <p:cNvPr id="10" name="Grafik 9">
            <a:extLst>
              <a:ext uri="{FF2B5EF4-FFF2-40B4-BE49-F238E27FC236}">
                <a16:creationId xmlns:a16="http://schemas.microsoft.com/office/drawing/2014/main" id="{48B1A913-D00A-4F1E-BF9E-BF8085635CC4}"/>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9563102" y="249454"/>
            <a:ext cx="2403557" cy="1440969"/>
          </a:xfrm>
          <a:prstGeom prst="rect">
            <a:avLst/>
          </a:prstGeom>
        </p:spPr>
      </p:pic>
    </p:spTree>
    <p:extLst>
      <p:ext uri="{BB962C8B-B14F-4D97-AF65-F5344CB8AC3E}">
        <p14:creationId xmlns:p14="http://schemas.microsoft.com/office/powerpoint/2010/main" val="392842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hapter chart">
    <p:spTree>
      <p:nvGrpSpPr>
        <p:cNvPr id="1" name=""/>
        <p:cNvGrpSpPr/>
        <p:nvPr/>
      </p:nvGrpSpPr>
      <p:grpSpPr>
        <a:xfrm>
          <a:off x="0" y="0"/>
          <a:ext cx="0" cy="0"/>
          <a:chOff x="0" y="0"/>
          <a:chExt cx="0" cy="0"/>
        </a:xfrm>
      </p:grpSpPr>
      <p:sp>
        <p:nvSpPr>
          <p:cNvPr id="51" name="Rechteck 50">
            <a:extLst>
              <a:ext uri="{FF2B5EF4-FFF2-40B4-BE49-F238E27FC236}">
                <a16:creationId xmlns:a16="http://schemas.microsoft.com/office/drawing/2014/main" id="{3A889A65-425C-4E03-BF5D-0CC8D179AE25}"/>
              </a:ext>
            </a:extLst>
          </p:cNvPr>
          <p:cNvSpPr/>
          <p:nvPr/>
        </p:nvSpPr>
        <p:spPr bwMode="gray">
          <a:xfrm>
            <a:off x="0" y="1607178"/>
            <a:ext cx="12192000" cy="52508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noProof="0"/>
          </a:p>
        </p:txBody>
      </p:sp>
      <p:sp>
        <p:nvSpPr>
          <p:cNvPr id="20" name="Titel 1"/>
          <p:cNvSpPr>
            <a:spLocks noGrp="1"/>
          </p:cNvSpPr>
          <p:nvPr>
            <p:ph type="title" hasCustomPrompt="1"/>
          </p:nvPr>
        </p:nvSpPr>
        <p:spPr bwMode="gray">
          <a:xfrm>
            <a:off x="475556" y="2038827"/>
            <a:ext cx="11238077" cy="3596375"/>
          </a:xfrm>
        </p:spPr>
        <p:txBody>
          <a:bodyPr anchor="t" anchorCtr="0"/>
          <a:lstStyle>
            <a:lvl1pPr algn="l">
              <a:lnSpc>
                <a:spcPct val="90000"/>
              </a:lnSpc>
              <a:defRPr sz="3996" b="1" cap="none">
                <a:solidFill>
                  <a:schemeClr val="tx1"/>
                </a:solidFill>
              </a:defRPr>
            </a:lvl1pPr>
          </a:lstStyle>
          <a:p>
            <a:r>
              <a:rPr lang="en-US" noProof="0"/>
              <a:t>Text</a:t>
            </a:r>
          </a:p>
        </p:txBody>
      </p:sp>
      <p:sp>
        <p:nvSpPr>
          <p:cNvPr id="21" name="Textplatzhalter 2"/>
          <p:cNvSpPr>
            <a:spLocks noGrp="1"/>
          </p:cNvSpPr>
          <p:nvPr>
            <p:ph type="body" idx="1" hasCustomPrompt="1"/>
          </p:nvPr>
        </p:nvSpPr>
        <p:spPr bwMode="gray">
          <a:xfrm>
            <a:off x="475556" y="5731125"/>
            <a:ext cx="11238077" cy="623492"/>
          </a:xfrm>
          <a:prstGeom prst="rect">
            <a:avLst/>
          </a:prstGeom>
        </p:spPr>
        <p:txBody>
          <a:bodyPr anchor="b">
            <a:noAutofit/>
          </a:bodyPr>
          <a:lstStyle>
            <a:lvl1pPr marL="0" indent="0">
              <a:lnSpc>
                <a:spcPct val="110000"/>
              </a:lnSpc>
              <a:spcAft>
                <a:spcPts val="0"/>
              </a:spcAft>
              <a:buNone/>
              <a:defRPr sz="1865" b="0">
                <a:solidFill>
                  <a:schemeClr val="tx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en-US" noProof="0"/>
              <a:t>Text</a:t>
            </a:r>
          </a:p>
        </p:txBody>
      </p:sp>
      <p:graphicFrame>
        <p:nvGraphicFramePr>
          <p:cNvPr id="5" name="Objekt 4" hidden="1">
            <a:extLst>
              <a:ext uri="{FF2B5EF4-FFF2-40B4-BE49-F238E27FC236}">
                <a16:creationId xmlns:a16="http://schemas.microsoft.com/office/drawing/2014/main" id="{64449262-4BB4-4A06-AF5B-B5502551386A}"/>
              </a:ext>
            </a:extLst>
          </p:cNvPr>
          <p:cNvGraphicFramePr>
            <a:graphicFrameLocks noChangeAspect="1"/>
          </p:cNvGraphicFramePr>
          <p:nvPr userDrawn="1">
            <p:custDataLst>
              <p:tags r:id="rId1"/>
            </p:custDataLst>
            <p:extLst>
              <p:ext uri="{D42A27DB-BD31-4B8C-83A1-F6EECF244321}">
                <p14:modId xmlns:p14="http://schemas.microsoft.com/office/powerpoint/2010/main" val="388509926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5" name="Objekt 4" hidden="1">
                        <a:extLst>
                          <a:ext uri="{FF2B5EF4-FFF2-40B4-BE49-F238E27FC236}">
                            <a16:creationId xmlns:a16="http://schemas.microsoft.com/office/drawing/2014/main" id="{64449262-4BB4-4A06-AF5B-B5502551386A}"/>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6" name="Line 351">
            <a:extLst>
              <a:ext uri="{FF2B5EF4-FFF2-40B4-BE49-F238E27FC236}">
                <a16:creationId xmlns:a16="http://schemas.microsoft.com/office/drawing/2014/main" id="{EA132D4E-2E21-4CCC-9A0F-C3AD67D3B512}"/>
              </a:ext>
            </a:extLst>
          </p:cNvPr>
          <p:cNvSpPr>
            <a:spLocks noChangeShapeType="1"/>
          </p:cNvSpPr>
          <p:nvPr userDrawn="1"/>
        </p:nvSpPr>
        <p:spPr bwMode="gray">
          <a:xfrm>
            <a:off x="480000" y="6330139"/>
            <a:ext cx="11232000" cy="0"/>
          </a:xfrm>
          <a:prstGeom prst="line">
            <a:avLst/>
          </a:prstGeom>
          <a:noFill/>
          <a:ln w="12700" cmpd="sng">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891" tIns="62344" rIns="119891" bIns="62344" anchor="ctr"/>
          <a:lstStyle/>
          <a:p>
            <a:endParaRPr lang="en-US" sz="2397" noProof="0">
              <a:latin typeface="Arial"/>
            </a:endParaRPr>
          </a:p>
        </p:txBody>
      </p:sp>
      <p:pic>
        <p:nvPicPr>
          <p:cNvPr id="7" name="Grafik 6">
            <a:extLst>
              <a:ext uri="{FF2B5EF4-FFF2-40B4-BE49-F238E27FC236}">
                <a16:creationId xmlns:a16="http://schemas.microsoft.com/office/drawing/2014/main" id="{4A83FCD9-41FB-4EC3-BBA8-6F7255743831}"/>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350502" y="358962"/>
            <a:ext cx="1361017" cy="815951"/>
          </a:xfrm>
          <a:prstGeom prst="rect">
            <a:avLst/>
          </a:prstGeom>
        </p:spPr>
      </p:pic>
    </p:spTree>
    <p:extLst>
      <p:ext uri="{BB962C8B-B14F-4D97-AF65-F5344CB8AC3E}">
        <p14:creationId xmlns:p14="http://schemas.microsoft.com/office/powerpoint/2010/main" val="314767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hapter chart 2">
    <p:spTree>
      <p:nvGrpSpPr>
        <p:cNvPr id="1" name=""/>
        <p:cNvGrpSpPr/>
        <p:nvPr/>
      </p:nvGrpSpPr>
      <p:grpSpPr>
        <a:xfrm>
          <a:off x="0" y="0"/>
          <a:ext cx="0" cy="0"/>
          <a:chOff x="0" y="0"/>
          <a:chExt cx="0" cy="0"/>
        </a:xfrm>
      </p:grpSpPr>
      <p:sp>
        <p:nvSpPr>
          <p:cNvPr id="51" name="Rechteck 50">
            <a:extLst>
              <a:ext uri="{FF2B5EF4-FFF2-40B4-BE49-F238E27FC236}">
                <a16:creationId xmlns:a16="http://schemas.microsoft.com/office/drawing/2014/main" id="{3A889A65-425C-4E03-BF5D-0CC8D179AE25}"/>
              </a:ext>
            </a:extLst>
          </p:cNvPr>
          <p:cNvSpPr/>
          <p:nvPr/>
        </p:nvSpPr>
        <p:spPr bwMode="gray">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noProof="0"/>
          </a:p>
        </p:txBody>
      </p:sp>
      <p:sp>
        <p:nvSpPr>
          <p:cNvPr id="20" name="Titel 1"/>
          <p:cNvSpPr>
            <a:spLocks noGrp="1"/>
          </p:cNvSpPr>
          <p:nvPr>
            <p:ph type="title" hasCustomPrompt="1"/>
          </p:nvPr>
        </p:nvSpPr>
        <p:spPr bwMode="gray">
          <a:xfrm>
            <a:off x="475556" y="2038825"/>
            <a:ext cx="11238077" cy="4267235"/>
          </a:xfrm>
        </p:spPr>
        <p:txBody>
          <a:bodyPr anchor="t" anchorCtr="0"/>
          <a:lstStyle>
            <a:lvl1pPr algn="l">
              <a:lnSpc>
                <a:spcPct val="90000"/>
              </a:lnSpc>
              <a:defRPr sz="3996" b="1" cap="none">
                <a:solidFill>
                  <a:schemeClr val="tx1"/>
                </a:solidFill>
              </a:defRPr>
            </a:lvl1pPr>
          </a:lstStyle>
          <a:p>
            <a:r>
              <a:rPr lang="en-US" noProof="0"/>
              <a:t>Text</a:t>
            </a:r>
          </a:p>
        </p:txBody>
      </p:sp>
      <p:pic>
        <p:nvPicPr>
          <p:cNvPr id="8" name="Grafik 7">
            <a:extLst>
              <a:ext uri="{FF2B5EF4-FFF2-40B4-BE49-F238E27FC236}">
                <a16:creationId xmlns:a16="http://schemas.microsoft.com/office/drawing/2014/main" id="{22E338A4-47D6-42F8-A3DE-F9E723B75EE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362804" y="343103"/>
            <a:ext cx="1361017" cy="815951"/>
          </a:xfrm>
          <a:prstGeom prst="rect">
            <a:avLst/>
          </a:prstGeom>
        </p:spPr>
      </p:pic>
    </p:spTree>
    <p:extLst>
      <p:ext uri="{BB962C8B-B14F-4D97-AF65-F5344CB8AC3E}">
        <p14:creationId xmlns:p14="http://schemas.microsoft.com/office/powerpoint/2010/main" val="1541656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hapter chart 3">
    <p:spTree>
      <p:nvGrpSpPr>
        <p:cNvPr id="1" name=""/>
        <p:cNvGrpSpPr/>
        <p:nvPr/>
      </p:nvGrpSpPr>
      <p:grpSpPr>
        <a:xfrm>
          <a:off x="0" y="0"/>
          <a:ext cx="0" cy="0"/>
          <a:chOff x="0" y="0"/>
          <a:chExt cx="0" cy="0"/>
        </a:xfrm>
      </p:grpSpPr>
      <p:sp>
        <p:nvSpPr>
          <p:cNvPr id="51" name="Rechteck 50">
            <a:extLst>
              <a:ext uri="{FF2B5EF4-FFF2-40B4-BE49-F238E27FC236}">
                <a16:creationId xmlns:a16="http://schemas.microsoft.com/office/drawing/2014/main" id="{3A889A65-425C-4E03-BF5D-0CC8D179AE25}"/>
              </a:ext>
            </a:extLst>
          </p:cNvPr>
          <p:cNvSpPr/>
          <p:nvPr/>
        </p:nvSpPr>
        <p:spPr bwMode="gray">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noProof="0"/>
          </a:p>
        </p:txBody>
      </p:sp>
      <p:sp>
        <p:nvSpPr>
          <p:cNvPr id="20" name="Titel 1"/>
          <p:cNvSpPr>
            <a:spLocks noGrp="1"/>
          </p:cNvSpPr>
          <p:nvPr>
            <p:ph type="title" hasCustomPrompt="1"/>
          </p:nvPr>
        </p:nvSpPr>
        <p:spPr bwMode="gray">
          <a:xfrm>
            <a:off x="475556" y="2038825"/>
            <a:ext cx="11238077" cy="4267235"/>
          </a:xfrm>
        </p:spPr>
        <p:txBody>
          <a:bodyPr anchor="t" anchorCtr="0"/>
          <a:lstStyle>
            <a:lvl1pPr algn="l">
              <a:lnSpc>
                <a:spcPct val="90000"/>
              </a:lnSpc>
              <a:defRPr sz="3996" b="1" cap="none">
                <a:solidFill>
                  <a:schemeClr val="tx1"/>
                </a:solidFill>
              </a:defRPr>
            </a:lvl1pPr>
          </a:lstStyle>
          <a:p>
            <a:r>
              <a:rPr lang="en-US" noProof="0"/>
              <a:t>Text</a:t>
            </a:r>
          </a:p>
        </p:txBody>
      </p:sp>
      <p:pic>
        <p:nvPicPr>
          <p:cNvPr id="8" name="Grafik 7">
            <a:extLst>
              <a:ext uri="{FF2B5EF4-FFF2-40B4-BE49-F238E27FC236}">
                <a16:creationId xmlns:a16="http://schemas.microsoft.com/office/drawing/2014/main" id="{21099C44-0945-4906-AC74-D296D0B403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362804" y="343103"/>
            <a:ext cx="1361017" cy="815951"/>
          </a:xfrm>
          <a:prstGeom prst="rect">
            <a:avLst/>
          </a:prstGeom>
        </p:spPr>
      </p:pic>
    </p:spTree>
    <p:extLst>
      <p:ext uri="{BB962C8B-B14F-4D97-AF65-F5344CB8AC3E}">
        <p14:creationId xmlns:p14="http://schemas.microsoft.com/office/powerpoint/2010/main" val="3827557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ntro 1">
    <p:bg>
      <p:bgPr>
        <a:solidFill>
          <a:schemeClr val="bg1"/>
        </a:solid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1B5A00D9-1349-4C51-B801-D64695D401B6}"/>
              </a:ext>
            </a:extLst>
          </p:cNvPr>
          <p:cNvSpPr/>
          <p:nvPr/>
        </p:nvSpPr>
        <p:spPr bwMode="gray">
          <a:xfrm>
            <a:off x="0" y="1607179"/>
            <a:ext cx="12192000" cy="52508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noProof="0"/>
          </a:p>
        </p:txBody>
      </p:sp>
      <p:sp>
        <p:nvSpPr>
          <p:cNvPr id="10" name="Rectangle 2"/>
          <p:cNvSpPr>
            <a:spLocks noGrp="1" noChangeArrowheads="1"/>
          </p:cNvSpPr>
          <p:nvPr>
            <p:ph type="title" hasCustomPrompt="1"/>
          </p:nvPr>
        </p:nvSpPr>
        <p:spPr bwMode="gray">
          <a:xfrm>
            <a:off x="480000" y="561081"/>
            <a:ext cx="9123749" cy="335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l" defTabSz="870733" rtl="0" eaLnBrk="1" fontAlgn="base" hangingPunct="1">
              <a:lnSpc>
                <a:spcPts val="2664"/>
              </a:lnSpc>
              <a:spcBef>
                <a:spcPct val="0"/>
              </a:spcBef>
              <a:spcAft>
                <a:spcPct val="0"/>
              </a:spcAft>
              <a:defRPr/>
            </a:lvl1pPr>
          </a:lstStyle>
          <a:p>
            <a:pPr lvl="0" algn="l" defTabSz="870733" rtl="0" eaLnBrk="1" fontAlgn="base" hangingPunct="1">
              <a:lnSpc>
                <a:spcPts val="2664"/>
              </a:lnSpc>
              <a:spcBef>
                <a:spcPct val="0"/>
              </a:spcBef>
              <a:spcAft>
                <a:spcPct val="0"/>
              </a:spcAft>
            </a:pPr>
            <a:r>
              <a:rPr lang="en-US" noProof="0"/>
              <a:t>Heading</a:t>
            </a:r>
          </a:p>
        </p:txBody>
      </p:sp>
      <p:sp>
        <p:nvSpPr>
          <p:cNvPr id="3" name="Fußzeilenplatzhalter 2">
            <a:extLst>
              <a:ext uri="{FF2B5EF4-FFF2-40B4-BE49-F238E27FC236}">
                <a16:creationId xmlns:a16="http://schemas.microsoft.com/office/drawing/2014/main" id="{8ECF0416-4651-4E3A-9DBE-24F3AE17DE80}"/>
              </a:ext>
            </a:extLst>
          </p:cNvPr>
          <p:cNvSpPr>
            <a:spLocks noGrp="1"/>
          </p:cNvSpPr>
          <p:nvPr>
            <p:ph type="ftr" sz="quarter" idx="11"/>
          </p:nvPr>
        </p:nvSpPr>
        <p:spPr bwMode="gray"/>
        <p:txBody>
          <a:bodyPr/>
          <a:lstStyle/>
          <a:p>
            <a:r>
              <a:rPr lang="en-US" noProof="0"/>
              <a:t>LIKE Learn Development - Results - Stephanie Heim / Alexandra Mertel</a:t>
            </a:r>
          </a:p>
        </p:txBody>
      </p:sp>
      <p:sp>
        <p:nvSpPr>
          <p:cNvPr id="4" name="Foliennummernplatzhalter 3">
            <a:extLst>
              <a:ext uri="{FF2B5EF4-FFF2-40B4-BE49-F238E27FC236}">
                <a16:creationId xmlns:a16="http://schemas.microsoft.com/office/drawing/2014/main" id="{0F8DC603-10CA-491D-AC5A-70ED797857EB}"/>
              </a:ext>
            </a:extLst>
          </p:cNvPr>
          <p:cNvSpPr>
            <a:spLocks noGrp="1"/>
          </p:cNvSpPr>
          <p:nvPr>
            <p:ph type="sldNum" sz="quarter" idx="12"/>
          </p:nvPr>
        </p:nvSpPr>
        <p:spPr bwMode="gray"/>
        <p:txBody>
          <a:bodyPr/>
          <a:lstStyle/>
          <a:p>
            <a:fld id="{99CC5461-F7F8-834A-A33C-7913089D93E6}" type="slidenum">
              <a:rPr lang="en-US" noProof="0" smtClean="0"/>
              <a:pPr/>
              <a:t>‹Nr.›</a:t>
            </a:fld>
            <a:endParaRPr lang="en-US" noProof="0"/>
          </a:p>
        </p:txBody>
      </p:sp>
      <p:sp>
        <p:nvSpPr>
          <p:cNvPr id="5" name="Textplatzhalter 4">
            <a:extLst>
              <a:ext uri="{FF2B5EF4-FFF2-40B4-BE49-F238E27FC236}">
                <a16:creationId xmlns:a16="http://schemas.microsoft.com/office/drawing/2014/main" id="{34920994-BDCE-400E-9311-BDA2EB300177}"/>
              </a:ext>
            </a:extLst>
          </p:cNvPr>
          <p:cNvSpPr>
            <a:spLocks noGrp="1"/>
          </p:cNvSpPr>
          <p:nvPr>
            <p:ph type="body" sz="quarter" idx="13" hasCustomPrompt="1"/>
          </p:nvPr>
        </p:nvSpPr>
        <p:spPr bwMode="gray">
          <a:xfrm>
            <a:off x="478367" y="2038825"/>
            <a:ext cx="11235267" cy="4267235"/>
          </a:xfrm>
          <a:prstGeom prst="rect">
            <a:avLst/>
          </a:prstGeom>
        </p:spPr>
        <p:txBody>
          <a:bodyPr/>
          <a:lstStyle>
            <a:lvl1pPr marL="0" indent="406025">
              <a:lnSpc>
                <a:spcPct val="90000"/>
              </a:lnSpc>
              <a:buFont typeface="Wingdings" panose="05000000000000000000" pitchFamily="2" charset="2"/>
              <a:buNone/>
              <a:defRPr sz="3996"/>
            </a:lvl1pPr>
          </a:lstStyle>
          <a:p>
            <a:pPr lvl="0"/>
            <a:r>
              <a:rPr lang="en-US" noProof="0"/>
              <a:t>Text</a:t>
            </a:r>
          </a:p>
        </p:txBody>
      </p:sp>
      <p:sp>
        <p:nvSpPr>
          <p:cNvPr id="11" name="Freeform 5">
            <a:extLst>
              <a:ext uri="{FF2B5EF4-FFF2-40B4-BE49-F238E27FC236}">
                <a16:creationId xmlns:a16="http://schemas.microsoft.com/office/drawing/2014/main" id="{DAF525C4-CB87-44F4-89FB-6DC6ABC9BE05}"/>
              </a:ext>
            </a:extLst>
          </p:cNvPr>
          <p:cNvSpPr>
            <a:spLocks/>
          </p:cNvSpPr>
          <p:nvPr/>
        </p:nvSpPr>
        <p:spPr bwMode="gray">
          <a:xfrm>
            <a:off x="479376" y="2161791"/>
            <a:ext cx="283632" cy="276947"/>
          </a:xfrm>
          <a:custGeom>
            <a:avLst/>
            <a:gdLst>
              <a:gd name="T0" fmla="*/ 281 w 447"/>
              <a:gd name="T1" fmla="*/ 0 h 437"/>
              <a:gd name="T2" fmla="*/ 160 w 447"/>
              <a:gd name="T3" fmla="*/ 0 h 437"/>
              <a:gd name="T4" fmla="*/ 236 w 447"/>
              <a:gd name="T5" fmla="*/ 101 h 437"/>
              <a:gd name="T6" fmla="*/ 292 w 447"/>
              <a:gd name="T7" fmla="*/ 173 h 437"/>
              <a:gd name="T8" fmla="*/ 0 w 447"/>
              <a:gd name="T9" fmla="*/ 173 h 437"/>
              <a:gd name="T10" fmla="*/ 0 w 447"/>
              <a:gd name="T11" fmla="*/ 263 h 437"/>
              <a:gd name="T12" fmla="*/ 292 w 447"/>
              <a:gd name="T13" fmla="*/ 263 h 437"/>
              <a:gd name="T14" fmla="*/ 236 w 447"/>
              <a:gd name="T15" fmla="*/ 336 h 437"/>
              <a:gd name="T16" fmla="*/ 160 w 447"/>
              <a:gd name="T17" fmla="*/ 437 h 437"/>
              <a:gd name="T18" fmla="*/ 281 w 447"/>
              <a:gd name="T19" fmla="*/ 437 h 437"/>
              <a:gd name="T20" fmla="*/ 447 w 447"/>
              <a:gd name="T21" fmla="*/ 218 h 437"/>
              <a:gd name="T22" fmla="*/ 281 w 447"/>
              <a:gd name="T23"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7" h="437">
                <a:moveTo>
                  <a:pt x="281" y="0"/>
                </a:moveTo>
                <a:cubicBezTo>
                  <a:pt x="160" y="0"/>
                  <a:pt x="160" y="0"/>
                  <a:pt x="160" y="0"/>
                </a:cubicBezTo>
                <a:cubicBezTo>
                  <a:pt x="236" y="101"/>
                  <a:pt x="236" y="101"/>
                  <a:pt x="236" y="101"/>
                </a:cubicBezTo>
                <a:cubicBezTo>
                  <a:pt x="256" y="128"/>
                  <a:pt x="274" y="151"/>
                  <a:pt x="292" y="173"/>
                </a:cubicBezTo>
                <a:cubicBezTo>
                  <a:pt x="0" y="173"/>
                  <a:pt x="0" y="173"/>
                  <a:pt x="0" y="173"/>
                </a:cubicBezTo>
                <a:cubicBezTo>
                  <a:pt x="0" y="263"/>
                  <a:pt x="0" y="263"/>
                  <a:pt x="0" y="263"/>
                </a:cubicBezTo>
                <a:cubicBezTo>
                  <a:pt x="292" y="263"/>
                  <a:pt x="292" y="263"/>
                  <a:pt x="292" y="263"/>
                </a:cubicBezTo>
                <a:cubicBezTo>
                  <a:pt x="273" y="286"/>
                  <a:pt x="256" y="309"/>
                  <a:pt x="236" y="336"/>
                </a:cubicBezTo>
                <a:cubicBezTo>
                  <a:pt x="160" y="437"/>
                  <a:pt x="160" y="437"/>
                  <a:pt x="160" y="437"/>
                </a:cubicBezTo>
                <a:cubicBezTo>
                  <a:pt x="281" y="437"/>
                  <a:pt x="281" y="437"/>
                  <a:pt x="281" y="437"/>
                </a:cubicBezTo>
                <a:cubicBezTo>
                  <a:pt x="447" y="218"/>
                  <a:pt x="447" y="218"/>
                  <a:pt x="447" y="218"/>
                </a:cubicBezTo>
                <a:lnTo>
                  <a:pt x="281" y="0"/>
                </a:lnTo>
                <a:close/>
              </a:path>
            </a:pathLst>
          </a:custGeom>
          <a:solidFill>
            <a:schemeClr val="tx1"/>
          </a:solidFill>
          <a:ln>
            <a:noFill/>
          </a:ln>
        </p:spPr>
        <p:txBody>
          <a:bodyPr vert="horz" wrap="square" lIns="121807" tIns="60904" rIns="121807" bIns="60904" numCol="1" anchor="t" anchorCtr="0" compatLnSpc="1">
            <a:prstTxWarp prst="textNoShape">
              <a:avLst/>
            </a:prstTxWarp>
          </a:bodyPr>
          <a:lstStyle/>
          <a:p>
            <a:endParaRPr lang="en-US" sz="2397" noProof="0"/>
          </a:p>
        </p:txBody>
      </p:sp>
      <p:sp>
        <p:nvSpPr>
          <p:cNvPr id="13" name="Textplatzhalter 3">
            <a:extLst>
              <a:ext uri="{FF2B5EF4-FFF2-40B4-BE49-F238E27FC236}">
                <a16:creationId xmlns:a16="http://schemas.microsoft.com/office/drawing/2014/main" id="{94BC324F-7125-431C-81F9-EDBAC16E7838}"/>
              </a:ext>
            </a:extLst>
          </p:cNvPr>
          <p:cNvSpPr>
            <a:spLocks noGrp="1"/>
          </p:cNvSpPr>
          <p:nvPr>
            <p:ph type="body" sz="quarter" idx="14" hasCustomPrompt="1"/>
          </p:nvPr>
        </p:nvSpPr>
        <p:spPr bwMode="gray">
          <a:xfrm>
            <a:off x="480000" y="891974"/>
            <a:ext cx="9120000" cy="335689"/>
          </a:xfrm>
          <a:prstGeom prst="rect">
            <a:avLst/>
          </a:prstGeom>
        </p:spPr>
        <p:txBody>
          <a:bodyPr anchor="t">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9" name="Rechteck 8">
            <a:extLst>
              <a:ext uri="{FF2B5EF4-FFF2-40B4-BE49-F238E27FC236}">
                <a16:creationId xmlns:a16="http://schemas.microsoft.com/office/drawing/2014/main" id="{38F06519-F6F6-4AB2-A130-3092ECD9FF3A}"/>
              </a:ext>
            </a:extLst>
          </p:cNvPr>
          <p:cNvSpPr/>
          <p:nvPr userDrawn="1"/>
        </p:nvSpPr>
        <p:spPr bwMode="gray">
          <a:xfrm>
            <a:off x="0" y="1607179"/>
            <a:ext cx="12192000" cy="52508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noProof="0"/>
          </a:p>
        </p:txBody>
      </p:sp>
      <p:sp>
        <p:nvSpPr>
          <p:cNvPr id="14" name="Freeform 5">
            <a:extLst>
              <a:ext uri="{FF2B5EF4-FFF2-40B4-BE49-F238E27FC236}">
                <a16:creationId xmlns:a16="http://schemas.microsoft.com/office/drawing/2014/main" id="{A995E5B7-4E99-447D-86AE-F4CC3BE194F1}"/>
              </a:ext>
            </a:extLst>
          </p:cNvPr>
          <p:cNvSpPr>
            <a:spLocks/>
          </p:cNvSpPr>
          <p:nvPr userDrawn="1"/>
        </p:nvSpPr>
        <p:spPr bwMode="gray">
          <a:xfrm>
            <a:off x="479376" y="2161791"/>
            <a:ext cx="283632" cy="276947"/>
          </a:xfrm>
          <a:custGeom>
            <a:avLst/>
            <a:gdLst>
              <a:gd name="T0" fmla="*/ 281 w 447"/>
              <a:gd name="T1" fmla="*/ 0 h 437"/>
              <a:gd name="T2" fmla="*/ 160 w 447"/>
              <a:gd name="T3" fmla="*/ 0 h 437"/>
              <a:gd name="T4" fmla="*/ 236 w 447"/>
              <a:gd name="T5" fmla="*/ 101 h 437"/>
              <a:gd name="T6" fmla="*/ 292 w 447"/>
              <a:gd name="T7" fmla="*/ 173 h 437"/>
              <a:gd name="T8" fmla="*/ 0 w 447"/>
              <a:gd name="T9" fmla="*/ 173 h 437"/>
              <a:gd name="T10" fmla="*/ 0 w 447"/>
              <a:gd name="T11" fmla="*/ 263 h 437"/>
              <a:gd name="T12" fmla="*/ 292 w 447"/>
              <a:gd name="T13" fmla="*/ 263 h 437"/>
              <a:gd name="T14" fmla="*/ 236 w 447"/>
              <a:gd name="T15" fmla="*/ 336 h 437"/>
              <a:gd name="T16" fmla="*/ 160 w 447"/>
              <a:gd name="T17" fmla="*/ 437 h 437"/>
              <a:gd name="T18" fmla="*/ 281 w 447"/>
              <a:gd name="T19" fmla="*/ 437 h 437"/>
              <a:gd name="T20" fmla="*/ 447 w 447"/>
              <a:gd name="T21" fmla="*/ 218 h 437"/>
              <a:gd name="T22" fmla="*/ 281 w 447"/>
              <a:gd name="T23"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7" h="437">
                <a:moveTo>
                  <a:pt x="281" y="0"/>
                </a:moveTo>
                <a:cubicBezTo>
                  <a:pt x="160" y="0"/>
                  <a:pt x="160" y="0"/>
                  <a:pt x="160" y="0"/>
                </a:cubicBezTo>
                <a:cubicBezTo>
                  <a:pt x="236" y="101"/>
                  <a:pt x="236" y="101"/>
                  <a:pt x="236" y="101"/>
                </a:cubicBezTo>
                <a:cubicBezTo>
                  <a:pt x="256" y="128"/>
                  <a:pt x="274" y="151"/>
                  <a:pt x="292" y="173"/>
                </a:cubicBezTo>
                <a:cubicBezTo>
                  <a:pt x="0" y="173"/>
                  <a:pt x="0" y="173"/>
                  <a:pt x="0" y="173"/>
                </a:cubicBezTo>
                <a:cubicBezTo>
                  <a:pt x="0" y="263"/>
                  <a:pt x="0" y="263"/>
                  <a:pt x="0" y="263"/>
                </a:cubicBezTo>
                <a:cubicBezTo>
                  <a:pt x="292" y="263"/>
                  <a:pt x="292" y="263"/>
                  <a:pt x="292" y="263"/>
                </a:cubicBezTo>
                <a:cubicBezTo>
                  <a:pt x="273" y="286"/>
                  <a:pt x="256" y="309"/>
                  <a:pt x="236" y="336"/>
                </a:cubicBezTo>
                <a:cubicBezTo>
                  <a:pt x="160" y="437"/>
                  <a:pt x="160" y="437"/>
                  <a:pt x="160" y="437"/>
                </a:cubicBezTo>
                <a:cubicBezTo>
                  <a:pt x="281" y="437"/>
                  <a:pt x="281" y="437"/>
                  <a:pt x="281" y="437"/>
                </a:cubicBezTo>
                <a:cubicBezTo>
                  <a:pt x="447" y="218"/>
                  <a:pt x="447" y="218"/>
                  <a:pt x="447" y="218"/>
                </a:cubicBezTo>
                <a:lnTo>
                  <a:pt x="281" y="0"/>
                </a:lnTo>
                <a:close/>
              </a:path>
            </a:pathLst>
          </a:custGeom>
          <a:solidFill>
            <a:schemeClr val="tx1"/>
          </a:solidFill>
          <a:ln>
            <a:noFill/>
          </a:ln>
        </p:spPr>
        <p:txBody>
          <a:bodyPr vert="horz" wrap="square" lIns="121807" tIns="60904" rIns="121807" bIns="60904" numCol="1" anchor="t" anchorCtr="0" compatLnSpc="1">
            <a:prstTxWarp prst="textNoShape">
              <a:avLst/>
            </a:prstTxWarp>
          </a:bodyPr>
          <a:lstStyle/>
          <a:p>
            <a:endParaRPr lang="en-US" sz="2397" noProof="0"/>
          </a:p>
        </p:txBody>
      </p:sp>
    </p:spTree>
    <p:extLst>
      <p:ext uri="{BB962C8B-B14F-4D97-AF65-F5344CB8AC3E}">
        <p14:creationId xmlns:p14="http://schemas.microsoft.com/office/powerpoint/2010/main" val="2691414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ntro 2">
    <p:bg>
      <p:bgPr>
        <a:solidFill>
          <a:schemeClr val="bg1"/>
        </a:solid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1B5A00D9-1349-4C51-B801-D64695D401B6}"/>
              </a:ext>
            </a:extLst>
          </p:cNvPr>
          <p:cNvSpPr/>
          <p:nvPr/>
        </p:nvSpPr>
        <p:spPr bwMode="ltGray">
          <a:xfrm>
            <a:off x="0" y="1607179"/>
            <a:ext cx="12192000" cy="52508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noProof="0"/>
          </a:p>
        </p:txBody>
      </p:sp>
      <p:sp>
        <p:nvSpPr>
          <p:cNvPr id="10" name="Rectangle 2"/>
          <p:cNvSpPr>
            <a:spLocks noGrp="1" noChangeArrowheads="1"/>
          </p:cNvSpPr>
          <p:nvPr>
            <p:ph type="title" hasCustomPrompt="1"/>
          </p:nvPr>
        </p:nvSpPr>
        <p:spPr bwMode="gray">
          <a:xfrm>
            <a:off x="480000" y="561081"/>
            <a:ext cx="9123749" cy="335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l" defTabSz="870733" rtl="0" eaLnBrk="1" fontAlgn="base" hangingPunct="1">
              <a:lnSpc>
                <a:spcPts val="2664"/>
              </a:lnSpc>
              <a:spcBef>
                <a:spcPct val="0"/>
              </a:spcBef>
              <a:spcAft>
                <a:spcPct val="0"/>
              </a:spcAft>
              <a:defRPr/>
            </a:lvl1pPr>
          </a:lstStyle>
          <a:p>
            <a:pPr lvl="0" algn="l" defTabSz="870733" rtl="0" eaLnBrk="1" fontAlgn="base" hangingPunct="1">
              <a:lnSpc>
                <a:spcPts val="2664"/>
              </a:lnSpc>
              <a:spcBef>
                <a:spcPct val="0"/>
              </a:spcBef>
              <a:spcAft>
                <a:spcPct val="0"/>
              </a:spcAft>
            </a:pPr>
            <a:r>
              <a:rPr lang="en-US" noProof="0"/>
              <a:t>Heading</a:t>
            </a:r>
          </a:p>
        </p:txBody>
      </p:sp>
      <p:sp>
        <p:nvSpPr>
          <p:cNvPr id="3" name="Fußzeilenplatzhalter 2">
            <a:extLst>
              <a:ext uri="{FF2B5EF4-FFF2-40B4-BE49-F238E27FC236}">
                <a16:creationId xmlns:a16="http://schemas.microsoft.com/office/drawing/2014/main" id="{8ECF0416-4651-4E3A-9DBE-24F3AE17DE80}"/>
              </a:ext>
            </a:extLst>
          </p:cNvPr>
          <p:cNvSpPr>
            <a:spLocks noGrp="1"/>
          </p:cNvSpPr>
          <p:nvPr>
            <p:ph type="ftr" sz="quarter" idx="11"/>
          </p:nvPr>
        </p:nvSpPr>
        <p:spPr bwMode="gray"/>
        <p:txBody>
          <a:bodyPr/>
          <a:lstStyle>
            <a:lvl1pPr>
              <a:defRPr>
                <a:solidFill>
                  <a:schemeClr val="bg1"/>
                </a:solidFill>
              </a:defRPr>
            </a:lvl1pPr>
          </a:lstStyle>
          <a:p>
            <a:r>
              <a:rPr lang="en-US" noProof="0"/>
              <a:t>LIKE Learn Development - Results - Stephanie Heim / Alexandra Mertel</a:t>
            </a:r>
          </a:p>
        </p:txBody>
      </p:sp>
      <p:sp>
        <p:nvSpPr>
          <p:cNvPr id="4" name="Foliennummernplatzhalter 3">
            <a:extLst>
              <a:ext uri="{FF2B5EF4-FFF2-40B4-BE49-F238E27FC236}">
                <a16:creationId xmlns:a16="http://schemas.microsoft.com/office/drawing/2014/main" id="{0F8DC603-10CA-491D-AC5A-70ED797857EB}"/>
              </a:ext>
            </a:extLst>
          </p:cNvPr>
          <p:cNvSpPr>
            <a:spLocks noGrp="1"/>
          </p:cNvSpPr>
          <p:nvPr>
            <p:ph type="sldNum" sz="quarter" idx="12"/>
          </p:nvPr>
        </p:nvSpPr>
        <p:spPr bwMode="gray"/>
        <p:txBody>
          <a:bodyPr/>
          <a:lstStyle>
            <a:lvl1pPr>
              <a:defRPr>
                <a:solidFill>
                  <a:schemeClr val="bg1"/>
                </a:solidFill>
              </a:defRPr>
            </a:lvl1pPr>
          </a:lstStyle>
          <a:p>
            <a:fld id="{99CC5461-F7F8-834A-A33C-7913089D93E6}" type="slidenum">
              <a:rPr lang="en-US" noProof="0" smtClean="0"/>
              <a:pPr/>
              <a:t>‹Nr.›</a:t>
            </a:fld>
            <a:endParaRPr lang="en-US" noProof="0"/>
          </a:p>
        </p:txBody>
      </p:sp>
      <p:sp>
        <p:nvSpPr>
          <p:cNvPr id="5" name="Textplatzhalter 4">
            <a:extLst>
              <a:ext uri="{FF2B5EF4-FFF2-40B4-BE49-F238E27FC236}">
                <a16:creationId xmlns:a16="http://schemas.microsoft.com/office/drawing/2014/main" id="{34920994-BDCE-400E-9311-BDA2EB300177}"/>
              </a:ext>
            </a:extLst>
          </p:cNvPr>
          <p:cNvSpPr>
            <a:spLocks noGrp="1"/>
          </p:cNvSpPr>
          <p:nvPr>
            <p:ph type="body" sz="quarter" idx="13" hasCustomPrompt="1"/>
          </p:nvPr>
        </p:nvSpPr>
        <p:spPr bwMode="gray">
          <a:xfrm>
            <a:off x="478367" y="2038825"/>
            <a:ext cx="11235267" cy="4267235"/>
          </a:xfrm>
          <a:prstGeom prst="rect">
            <a:avLst/>
          </a:prstGeom>
        </p:spPr>
        <p:txBody>
          <a:bodyPr/>
          <a:lstStyle>
            <a:lvl1pPr marL="0" indent="406025">
              <a:lnSpc>
                <a:spcPct val="90000"/>
              </a:lnSpc>
              <a:buFont typeface="Wingdings" panose="05000000000000000000" pitchFamily="2" charset="2"/>
              <a:buNone/>
              <a:defRPr sz="5328">
                <a:solidFill>
                  <a:schemeClr val="bg1"/>
                </a:solidFill>
              </a:defRPr>
            </a:lvl1pPr>
          </a:lstStyle>
          <a:p>
            <a:pPr lvl="0"/>
            <a:r>
              <a:rPr lang="en-US" noProof="0"/>
              <a:t>Text</a:t>
            </a:r>
          </a:p>
        </p:txBody>
      </p:sp>
      <p:sp>
        <p:nvSpPr>
          <p:cNvPr id="11" name="Freeform 5">
            <a:extLst>
              <a:ext uri="{FF2B5EF4-FFF2-40B4-BE49-F238E27FC236}">
                <a16:creationId xmlns:a16="http://schemas.microsoft.com/office/drawing/2014/main" id="{DAF525C4-CB87-44F4-89FB-6DC6ABC9BE05}"/>
              </a:ext>
            </a:extLst>
          </p:cNvPr>
          <p:cNvSpPr>
            <a:spLocks/>
          </p:cNvSpPr>
          <p:nvPr/>
        </p:nvSpPr>
        <p:spPr bwMode="gray">
          <a:xfrm>
            <a:off x="479376" y="2232336"/>
            <a:ext cx="283632" cy="276947"/>
          </a:xfrm>
          <a:custGeom>
            <a:avLst/>
            <a:gdLst>
              <a:gd name="T0" fmla="*/ 281 w 447"/>
              <a:gd name="T1" fmla="*/ 0 h 437"/>
              <a:gd name="T2" fmla="*/ 160 w 447"/>
              <a:gd name="T3" fmla="*/ 0 h 437"/>
              <a:gd name="T4" fmla="*/ 236 w 447"/>
              <a:gd name="T5" fmla="*/ 101 h 437"/>
              <a:gd name="T6" fmla="*/ 292 w 447"/>
              <a:gd name="T7" fmla="*/ 173 h 437"/>
              <a:gd name="T8" fmla="*/ 0 w 447"/>
              <a:gd name="T9" fmla="*/ 173 h 437"/>
              <a:gd name="T10" fmla="*/ 0 w 447"/>
              <a:gd name="T11" fmla="*/ 263 h 437"/>
              <a:gd name="T12" fmla="*/ 292 w 447"/>
              <a:gd name="T13" fmla="*/ 263 h 437"/>
              <a:gd name="T14" fmla="*/ 236 w 447"/>
              <a:gd name="T15" fmla="*/ 336 h 437"/>
              <a:gd name="T16" fmla="*/ 160 w 447"/>
              <a:gd name="T17" fmla="*/ 437 h 437"/>
              <a:gd name="T18" fmla="*/ 281 w 447"/>
              <a:gd name="T19" fmla="*/ 437 h 437"/>
              <a:gd name="T20" fmla="*/ 447 w 447"/>
              <a:gd name="T21" fmla="*/ 218 h 437"/>
              <a:gd name="T22" fmla="*/ 281 w 447"/>
              <a:gd name="T23"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7" h="437">
                <a:moveTo>
                  <a:pt x="281" y="0"/>
                </a:moveTo>
                <a:cubicBezTo>
                  <a:pt x="160" y="0"/>
                  <a:pt x="160" y="0"/>
                  <a:pt x="160" y="0"/>
                </a:cubicBezTo>
                <a:cubicBezTo>
                  <a:pt x="236" y="101"/>
                  <a:pt x="236" y="101"/>
                  <a:pt x="236" y="101"/>
                </a:cubicBezTo>
                <a:cubicBezTo>
                  <a:pt x="256" y="128"/>
                  <a:pt x="274" y="151"/>
                  <a:pt x="292" y="173"/>
                </a:cubicBezTo>
                <a:cubicBezTo>
                  <a:pt x="0" y="173"/>
                  <a:pt x="0" y="173"/>
                  <a:pt x="0" y="173"/>
                </a:cubicBezTo>
                <a:cubicBezTo>
                  <a:pt x="0" y="263"/>
                  <a:pt x="0" y="263"/>
                  <a:pt x="0" y="263"/>
                </a:cubicBezTo>
                <a:cubicBezTo>
                  <a:pt x="292" y="263"/>
                  <a:pt x="292" y="263"/>
                  <a:pt x="292" y="263"/>
                </a:cubicBezTo>
                <a:cubicBezTo>
                  <a:pt x="273" y="286"/>
                  <a:pt x="256" y="309"/>
                  <a:pt x="236" y="336"/>
                </a:cubicBezTo>
                <a:cubicBezTo>
                  <a:pt x="160" y="437"/>
                  <a:pt x="160" y="437"/>
                  <a:pt x="160" y="437"/>
                </a:cubicBezTo>
                <a:cubicBezTo>
                  <a:pt x="281" y="437"/>
                  <a:pt x="281" y="437"/>
                  <a:pt x="281" y="437"/>
                </a:cubicBezTo>
                <a:cubicBezTo>
                  <a:pt x="447" y="218"/>
                  <a:pt x="447" y="218"/>
                  <a:pt x="447" y="218"/>
                </a:cubicBezTo>
                <a:lnTo>
                  <a:pt x="281" y="0"/>
                </a:lnTo>
                <a:close/>
              </a:path>
            </a:pathLst>
          </a:custGeom>
          <a:solidFill>
            <a:schemeClr val="bg1"/>
          </a:solidFill>
          <a:ln>
            <a:noFill/>
          </a:ln>
        </p:spPr>
        <p:txBody>
          <a:bodyPr vert="horz" wrap="square" lIns="121807" tIns="60904" rIns="121807" bIns="60904" numCol="1" anchor="t" anchorCtr="0" compatLnSpc="1">
            <a:prstTxWarp prst="textNoShape">
              <a:avLst/>
            </a:prstTxWarp>
          </a:bodyPr>
          <a:lstStyle/>
          <a:p>
            <a:endParaRPr lang="en-US" sz="2397" noProof="0"/>
          </a:p>
        </p:txBody>
      </p:sp>
      <p:sp>
        <p:nvSpPr>
          <p:cNvPr id="8" name="Textplatzhalter 3">
            <a:extLst>
              <a:ext uri="{FF2B5EF4-FFF2-40B4-BE49-F238E27FC236}">
                <a16:creationId xmlns:a16="http://schemas.microsoft.com/office/drawing/2014/main" id="{9A846282-941D-4026-AA15-0E7A636D6339}"/>
              </a:ext>
            </a:extLst>
          </p:cNvPr>
          <p:cNvSpPr>
            <a:spLocks noGrp="1"/>
          </p:cNvSpPr>
          <p:nvPr>
            <p:ph type="body" sz="quarter" idx="14" hasCustomPrompt="1"/>
          </p:nvPr>
        </p:nvSpPr>
        <p:spPr bwMode="gray">
          <a:xfrm>
            <a:off x="480000" y="891974"/>
            <a:ext cx="9120000" cy="335689"/>
          </a:xfrm>
          <a:prstGeom prst="rect">
            <a:avLst/>
          </a:prstGeom>
        </p:spPr>
        <p:txBody>
          <a:bodyPr anchor="t">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9" name="Rechteck 8">
            <a:extLst>
              <a:ext uri="{FF2B5EF4-FFF2-40B4-BE49-F238E27FC236}">
                <a16:creationId xmlns:a16="http://schemas.microsoft.com/office/drawing/2014/main" id="{B170A291-E197-4FF7-80B2-DEC02DA4B3FC}"/>
              </a:ext>
            </a:extLst>
          </p:cNvPr>
          <p:cNvSpPr/>
          <p:nvPr userDrawn="1"/>
        </p:nvSpPr>
        <p:spPr bwMode="ltGray">
          <a:xfrm>
            <a:off x="0" y="1607179"/>
            <a:ext cx="12192000" cy="52508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noProof="0"/>
          </a:p>
        </p:txBody>
      </p:sp>
      <p:sp>
        <p:nvSpPr>
          <p:cNvPr id="13" name="Freeform 5">
            <a:extLst>
              <a:ext uri="{FF2B5EF4-FFF2-40B4-BE49-F238E27FC236}">
                <a16:creationId xmlns:a16="http://schemas.microsoft.com/office/drawing/2014/main" id="{4B101930-14DD-4C3E-9BB9-D6BEAF888951}"/>
              </a:ext>
            </a:extLst>
          </p:cNvPr>
          <p:cNvSpPr>
            <a:spLocks/>
          </p:cNvSpPr>
          <p:nvPr userDrawn="1"/>
        </p:nvSpPr>
        <p:spPr bwMode="gray">
          <a:xfrm>
            <a:off x="479376" y="2232336"/>
            <a:ext cx="283632" cy="276947"/>
          </a:xfrm>
          <a:custGeom>
            <a:avLst/>
            <a:gdLst>
              <a:gd name="T0" fmla="*/ 281 w 447"/>
              <a:gd name="T1" fmla="*/ 0 h 437"/>
              <a:gd name="T2" fmla="*/ 160 w 447"/>
              <a:gd name="T3" fmla="*/ 0 h 437"/>
              <a:gd name="T4" fmla="*/ 236 w 447"/>
              <a:gd name="T5" fmla="*/ 101 h 437"/>
              <a:gd name="T6" fmla="*/ 292 w 447"/>
              <a:gd name="T7" fmla="*/ 173 h 437"/>
              <a:gd name="T8" fmla="*/ 0 w 447"/>
              <a:gd name="T9" fmla="*/ 173 h 437"/>
              <a:gd name="T10" fmla="*/ 0 w 447"/>
              <a:gd name="T11" fmla="*/ 263 h 437"/>
              <a:gd name="T12" fmla="*/ 292 w 447"/>
              <a:gd name="T13" fmla="*/ 263 h 437"/>
              <a:gd name="T14" fmla="*/ 236 w 447"/>
              <a:gd name="T15" fmla="*/ 336 h 437"/>
              <a:gd name="T16" fmla="*/ 160 w 447"/>
              <a:gd name="T17" fmla="*/ 437 h 437"/>
              <a:gd name="T18" fmla="*/ 281 w 447"/>
              <a:gd name="T19" fmla="*/ 437 h 437"/>
              <a:gd name="T20" fmla="*/ 447 w 447"/>
              <a:gd name="T21" fmla="*/ 218 h 437"/>
              <a:gd name="T22" fmla="*/ 281 w 447"/>
              <a:gd name="T23"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7" h="437">
                <a:moveTo>
                  <a:pt x="281" y="0"/>
                </a:moveTo>
                <a:cubicBezTo>
                  <a:pt x="160" y="0"/>
                  <a:pt x="160" y="0"/>
                  <a:pt x="160" y="0"/>
                </a:cubicBezTo>
                <a:cubicBezTo>
                  <a:pt x="236" y="101"/>
                  <a:pt x="236" y="101"/>
                  <a:pt x="236" y="101"/>
                </a:cubicBezTo>
                <a:cubicBezTo>
                  <a:pt x="256" y="128"/>
                  <a:pt x="274" y="151"/>
                  <a:pt x="292" y="173"/>
                </a:cubicBezTo>
                <a:cubicBezTo>
                  <a:pt x="0" y="173"/>
                  <a:pt x="0" y="173"/>
                  <a:pt x="0" y="173"/>
                </a:cubicBezTo>
                <a:cubicBezTo>
                  <a:pt x="0" y="263"/>
                  <a:pt x="0" y="263"/>
                  <a:pt x="0" y="263"/>
                </a:cubicBezTo>
                <a:cubicBezTo>
                  <a:pt x="292" y="263"/>
                  <a:pt x="292" y="263"/>
                  <a:pt x="292" y="263"/>
                </a:cubicBezTo>
                <a:cubicBezTo>
                  <a:pt x="273" y="286"/>
                  <a:pt x="256" y="309"/>
                  <a:pt x="236" y="336"/>
                </a:cubicBezTo>
                <a:cubicBezTo>
                  <a:pt x="160" y="437"/>
                  <a:pt x="160" y="437"/>
                  <a:pt x="160" y="437"/>
                </a:cubicBezTo>
                <a:cubicBezTo>
                  <a:pt x="281" y="437"/>
                  <a:pt x="281" y="437"/>
                  <a:pt x="281" y="437"/>
                </a:cubicBezTo>
                <a:cubicBezTo>
                  <a:pt x="447" y="218"/>
                  <a:pt x="447" y="218"/>
                  <a:pt x="447" y="218"/>
                </a:cubicBezTo>
                <a:lnTo>
                  <a:pt x="281" y="0"/>
                </a:lnTo>
                <a:close/>
              </a:path>
            </a:pathLst>
          </a:custGeom>
          <a:solidFill>
            <a:schemeClr val="bg1"/>
          </a:solidFill>
          <a:ln>
            <a:noFill/>
          </a:ln>
        </p:spPr>
        <p:txBody>
          <a:bodyPr vert="horz" wrap="square" lIns="121807" tIns="60904" rIns="121807" bIns="60904" numCol="1" anchor="t" anchorCtr="0" compatLnSpc="1">
            <a:prstTxWarp prst="textNoShape">
              <a:avLst/>
            </a:prstTxWarp>
          </a:bodyPr>
          <a:lstStyle/>
          <a:p>
            <a:endParaRPr lang="en-US" sz="2397" noProof="0"/>
          </a:p>
        </p:txBody>
      </p:sp>
    </p:spTree>
    <p:extLst>
      <p:ext uri="{BB962C8B-B14F-4D97-AF65-F5344CB8AC3E}">
        <p14:creationId xmlns:p14="http://schemas.microsoft.com/office/powerpoint/2010/main" val="295679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hapter chart / 4 images">
    <p:bg>
      <p:bgPr>
        <a:solidFill>
          <a:schemeClr val="bg1"/>
        </a:solidFill>
        <a:effectLst/>
      </p:bgPr>
    </p:bg>
    <p:spTree>
      <p:nvGrpSpPr>
        <p:cNvPr id="1" name=""/>
        <p:cNvGrpSpPr/>
        <p:nvPr/>
      </p:nvGrpSpPr>
      <p:grpSpPr>
        <a:xfrm>
          <a:off x="0" y="0"/>
          <a:ext cx="0" cy="0"/>
          <a:chOff x="0" y="0"/>
          <a:chExt cx="0" cy="0"/>
        </a:xfrm>
      </p:grpSpPr>
      <p:sp>
        <p:nvSpPr>
          <p:cNvPr id="185" name="Bildplatzhalter 2"/>
          <p:cNvSpPr>
            <a:spLocks noGrp="1"/>
          </p:cNvSpPr>
          <p:nvPr>
            <p:ph type="pic" sz="quarter" idx="12" hasCustomPrompt="1"/>
          </p:nvPr>
        </p:nvSpPr>
        <p:spPr bwMode="gray">
          <a:xfrm>
            <a:off x="482092" y="4056801"/>
            <a:ext cx="5518659" cy="2249259"/>
          </a:xfrm>
          <a:prstGeom prst="rect">
            <a:avLst/>
          </a:prstGeom>
          <a:solidFill>
            <a:schemeClr val="bg2"/>
          </a:solidFill>
        </p:spPr>
        <p:txBody>
          <a:bodyPr anchor="ctr"/>
          <a:lstStyle>
            <a:lvl1pPr marL="0" indent="0" algn="ctr">
              <a:buNone/>
              <a:defRPr sz="1332" b="0"/>
            </a:lvl1pPr>
          </a:lstStyle>
          <a:p>
            <a:r>
              <a:rPr lang="en-US" noProof="0"/>
              <a:t>Click to insert Picture</a:t>
            </a:r>
          </a:p>
        </p:txBody>
      </p:sp>
      <p:sp>
        <p:nvSpPr>
          <p:cNvPr id="186" name="Bildplatzhalter 2"/>
          <p:cNvSpPr>
            <a:spLocks noGrp="1"/>
          </p:cNvSpPr>
          <p:nvPr>
            <p:ph type="pic" sz="quarter" idx="13" hasCustomPrompt="1"/>
          </p:nvPr>
        </p:nvSpPr>
        <p:spPr bwMode="gray">
          <a:xfrm>
            <a:off x="6191251" y="4056801"/>
            <a:ext cx="5517000" cy="2249259"/>
          </a:xfrm>
          <a:prstGeom prst="rect">
            <a:avLst/>
          </a:prstGeom>
          <a:solidFill>
            <a:schemeClr val="bg2"/>
          </a:solidFill>
        </p:spPr>
        <p:txBody>
          <a:bodyPr anchor="ctr"/>
          <a:lstStyle>
            <a:lvl1pPr marL="0" indent="0" algn="ctr">
              <a:buNone/>
              <a:defRPr sz="1332" b="0"/>
            </a:lvl1pPr>
          </a:lstStyle>
          <a:p>
            <a:r>
              <a:rPr lang="en-US" noProof="0"/>
              <a:t>Click to insert Picture</a:t>
            </a:r>
          </a:p>
        </p:txBody>
      </p:sp>
      <p:sp>
        <p:nvSpPr>
          <p:cNvPr id="187" name="Bildplatzhalter 2"/>
          <p:cNvSpPr>
            <a:spLocks noGrp="1"/>
          </p:cNvSpPr>
          <p:nvPr>
            <p:ph type="pic" sz="quarter" idx="10" hasCustomPrompt="1"/>
          </p:nvPr>
        </p:nvSpPr>
        <p:spPr bwMode="gray">
          <a:xfrm>
            <a:off x="480000" y="1607181"/>
            <a:ext cx="5520751" cy="2259300"/>
          </a:xfrm>
          <a:prstGeom prst="rect">
            <a:avLst/>
          </a:prstGeom>
          <a:solidFill>
            <a:schemeClr val="bg2"/>
          </a:solidFill>
        </p:spPr>
        <p:txBody>
          <a:bodyPr anchor="ctr"/>
          <a:lstStyle>
            <a:lvl1pPr marL="0" indent="0" algn="ctr">
              <a:buNone/>
              <a:defRPr sz="1332" b="0"/>
            </a:lvl1pPr>
          </a:lstStyle>
          <a:p>
            <a:r>
              <a:rPr lang="en-US" noProof="0"/>
              <a:t>Click to insert Picture</a:t>
            </a:r>
          </a:p>
        </p:txBody>
      </p:sp>
      <p:sp>
        <p:nvSpPr>
          <p:cNvPr id="188" name="Bildplatzhalter 2"/>
          <p:cNvSpPr>
            <a:spLocks noGrp="1"/>
          </p:cNvSpPr>
          <p:nvPr>
            <p:ph type="pic" sz="quarter" idx="11" hasCustomPrompt="1"/>
          </p:nvPr>
        </p:nvSpPr>
        <p:spPr bwMode="gray">
          <a:xfrm>
            <a:off x="6191251" y="1607179"/>
            <a:ext cx="5517000" cy="2259299"/>
          </a:xfrm>
          <a:prstGeom prst="rect">
            <a:avLst/>
          </a:prstGeom>
          <a:solidFill>
            <a:schemeClr val="bg2"/>
          </a:solidFill>
        </p:spPr>
        <p:txBody>
          <a:bodyPr anchor="ctr"/>
          <a:lstStyle>
            <a:lvl1pPr marL="0" indent="0" algn="ctr">
              <a:buNone/>
              <a:defRPr sz="1332" b="0"/>
            </a:lvl1pPr>
          </a:lstStyle>
          <a:p>
            <a:r>
              <a:rPr lang="en-US" noProof="0"/>
              <a:t>Click to insert Picture</a:t>
            </a:r>
          </a:p>
        </p:txBody>
      </p:sp>
      <p:sp>
        <p:nvSpPr>
          <p:cNvPr id="189" name="Titel 1"/>
          <p:cNvSpPr>
            <a:spLocks noGrp="1"/>
          </p:cNvSpPr>
          <p:nvPr>
            <p:ph type="title" hasCustomPrompt="1"/>
          </p:nvPr>
        </p:nvSpPr>
        <p:spPr bwMode="gray">
          <a:xfrm>
            <a:off x="480000" y="541900"/>
            <a:ext cx="9120000" cy="335689"/>
          </a:xfrm>
        </p:spPr>
        <p:txBody>
          <a:bodyPr anchor="b" anchorCtr="0"/>
          <a:lstStyle>
            <a:lvl1pPr algn="l">
              <a:lnSpc>
                <a:spcPct val="90000"/>
              </a:lnSpc>
              <a:defRPr sz="2132" b="1" cap="none">
                <a:solidFill>
                  <a:schemeClr val="tx2"/>
                </a:solidFill>
              </a:defRPr>
            </a:lvl1pPr>
          </a:lstStyle>
          <a:p>
            <a:r>
              <a:rPr lang="en-US" noProof="0"/>
              <a:t>Heading</a:t>
            </a:r>
          </a:p>
        </p:txBody>
      </p:sp>
      <p:sp>
        <p:nvSpPr>
          <p:cNvPr id="190" name="Textplatzhalter 3"/>
          <p:cNvSpPr>
            <a:spLocks noGrp="1"/>
          </p:cNvSpPr>
          <p:nvPr>
            <p:ph type="body" sz="quarter" idx="14" hasCustomPrompt="1"/>
          </p:nvPr>
        </p:nvSpPr>
        <p:spPr bwMode="gray">
          <a:xfrm>
            <a:off x="480000" y="889566"/>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2" name="Fußzeilenplatzhalter 1">
            <a:extLst>
              <a:ext uri="{FF2B5EF4-FFF2-40B4-BE49-F238E27FC236}">
                <a16:creationId xmlns:a16="http://schemas.microsoft.com/office/drawing/2014/main" id="{E38561C6-298B-42AA-BBF8-781635F9D816}"/>
              </a:ext>
            </a:extLst>
          </p:cNvPr>
          <p:cNvSpPr>
            <a:spLocks noGrp="1"/>
          </p:cNvSpPr>
          <p:nvPr>
            <p:ph type="ftr" sz="quarter" idx="15"/>
          </p:nvPr>
        </p:nvSpPr>
        <p:spPr bwMode="gray"/>
        <p:txBody>
          <a:body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3" name="Foliennummernplatzhalter 2">
            <a:extLst>
              <a:ext uri="{FF2B5EF4-FFF2-40B4-BE49-F238E27FC236}">
                <a16:creationId xmlns:a16="http://schemas.microsoft.com/office/drawing/2014/main" id="{DEB857CE-AC7E-46F5-A2E3-9DCD51D1A47C}"/>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spTree>
    <p:extLst>
      <p:ext uri="{BB962C8B-B14F-4D97-AF65-F5344CB8AC3E}">
        <p14:creationId xmlns:p14="http://schemas.microsoft.com/office/powerpoint/2010/main" val="403133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multiline / content">
    <p:bg>
      <p:bgPr>
        <a:solidFill>
          <a:schemeClr val="bg1"/>
        </a:solidFill>
        <a:effectLst/>
      </p:bgPr>
    </p:bg>
    <p:spTree>
      <p:nvGrpSpPr>
        <p:cNvPr id="1" name=""/>
        <p:cNvGrpSpPr/>
        <p:nvPr/>
      </p:nvGrpSpPr>
      <p:grpSpPr>
        <a:xfrm>
          <a:off x="0" y="0"/>
          <a:ext cx="0" cy="0"/>
          <a:chOff x="0" y="0"/>
          <a:chExt cx="0" cy="0"/>
        </a:xfrm>
      </p:grpSpPr>
      <p:sp>
        <p:nvSpPr>
          <p:cNvPr id="10" name="Rectangle 2"/>
          <p:cNvSpPr>
            <a:spLocks noGrp="1" noChangeArrowheads="1"/>
          </p:cNvSpPr>
          <p:nvPr>
            <p:ph type="title" hasCustomPrompt="1"/>
          </p:nvPr>
        </p:nvSpPr>
        <p:spPr bwMode="gray">
          <a:xfrm>
            <a:off x="480000" y="561081"/>
            <a:ext cx="9123749" cy="67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l" defTabSz="870733" rtl="0" eaLnBrk="1" fontAlgn="base" hangingPunct="1">
              <a:lnSpc>
                <a:spcPts val="2664"/>
              </a:lnSpc>
              <a:spcBef>
                <a:spcPct val="0"/>
              </a:spcBef>
              <a:spcAft>
                <a:spcPct val="0"/>
              </a:spcAft>
              <a:defRPr/>
            </a:lvl1pPr>
          </a:lstStyle>
          <a:p>
            <a:pPr lvl="0" algn="l" defTabSz="870733" rtl="0" eaLnBrk="1" fontAlgn="base" hangingPunct="1">
              <a:lnSpc>
                <a:spcPts val="2664"/>
              </a:lnSpc>
              <a:spcBef>
                <a:spcPct val="0"/>
              </a:spcBef>
              <a:spcAft>
                <a:spcPct val="0"/>
              </a:spcAft>
            </a:pPr>
            <a:r>
              <a:rPr lang="en-US" noProof="0"/>
              <a:t>Heading</a:t>
            </a:r>
          </a:p>
        </p:txBody>
      </p:sp>
      <p:sp>
        <p:nvSpPr>
          <p:cNvPr id="3" name="Fußzeilenplatzhalter 2">
            <a:extLst>
              <a:ext uri="{FF2B5EF4-FFF2-40B4-BE49-F238E27FC236}">
                <a16:creationId xmlns:a16="http://schemas.microsoft.com/office/drawing/2014/main" id="{8ECF0416-4651-4E3A-9DBE-24F3AE17DE80}"/>
              </a:ext>
            </a:extLst>
          </p:cNvPr>
          <p:cNvSpPr>
            <a:spLocks noGrp="1"/>
          </p:cNvSpPr>
          <p:nvPr>
            <p:ph type="ftr" sz="quarter" idx="11"/>
          </p:nvPr>
        </p:nvSpPr>
        <p:spPr bwMode="gray"/>
        <p:txBody>
          <a:body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4" name="Foliennummernplatzhalter 3">
            <a:extLst>
              <a:ext uri="{FF2B5EF4-FFF2-40B4-BE49-F238E27FC236}">
                <a16:creationId xmlns:a16="http://schemas.microsoft.com/office/drawing/2014/main" id="{0F8DC603-10CA-491D-AC5A-70ED797857EB}"/>
              </a:ext>
            </a:extLst>
          </p:cNvPr>
          <p:cNvSpPr>
            <a:spLocks noGrp="1"/>
          </p:cNvSpPr>
          <p:nvPr>
            <p:ph type="sldNum" sz="quarter" idx="12"/>
          </p:nvPr>
        </p:nvSpPr>
        <p:spPr bwMode="gray"/>
        <p:txBody>
          <a:bodyPr/>
          <a:lstStyle/>
          <a:p>
            <a:fld id="{99CC5461-F7F8-834A-A33C-7913089D93E6}" type="slidenum">
              <a:rPr lang="en-US" noProof="0" smtClean="0"/>
              <a:pPr/>
              <a:t>‹Nr.›</a:t>
            </a:fld>
            <a:endParaRPr lang="en-US" noProof="0"/>
          </a:p>
        </p:txBody>
      </p:sp>
      <p:sp>
        <p:nvSpPr>
          <p:cNvPr id="5" name="Inhaltsplatzhalter 4">
            <a:extLst>
              <a:ext uri="{FF2B5EF4-FFF2-40B4-BE49-F238E27FC236}">
                <a16:creationId xmlns:a16="http://schemas.microsoft.com/office/drawing/2014/main" id="{BE9DD42B-2F8F-488E-99BA-74300D7E740D}"/>
              </a:ext>
            </a:extLst>
          </p:cNvPr>
          <p:cNvSpPr>
            <a:spLocks noGrp="1"/>
          </p:cNvSpPr>
          <p:nvPr>
            <p:ph sz="quarter" idx="13" hasCustomPrompt="1"/>
          </p:nvPr>
        </p:nvSpPr>
        <p:spPr>
          <a:xfrm>
            <a:off x="478367" y="1607179"/>
            <a:ext cx="11235267" cy="4508559"/>
          </a:xfrm>
        </p:spPr>
        <p:txBody>
          <a:bodyPr/>
          <a:lstStyle>
            <a:lvl1pPr>
              <a:defRPr/>
            </a:lvl1pPr>
            <a:lvl2pPr>
              <a:defRPr/>
            </a:lvl2pPr>
            <a:lvl3pPr>
              <a:defRPr/>
            </a:lvl3pPr>
            <a:lvl4pPr>
              <a:defRPr/>
            </a:lvl4pPr>
            <a:lvl5pPr>
              <a:defRPr/>
            </a:lvl5pPr>
          </a:lstStyle>
          <a:p>
            <a:pPr lvl="0"/>
            <a:r>
              <a:rPr lang="de-DE"/>
              <a:t>Text</a:t>
            </a:r>
          </a:p>
          <a:p>
            <a:pPr lvl="1"/>
            <a:r>
              <a:rPr lang="de-DE"/>
              <a:t>Text</a:t>
            </a:r>
          </a:p>
          <a:p>
            <a:pPr lvl="2"/>
            <a:r>
              <a:rPr lang="de-DE"/>
              <a:t>Text</a:t>
            </a:r>
          </a:p>
          <a:p>
            <a:pPr lvl="3"/>
            <a:r>
              <a:rPr lang="de-DE"/>
              <a:t>Text</a:t>
            </a:r>
          </a:p>
          <a:p>
            <a:pPr lvl="4"/>
            <a:r>
              <a:rPr lang="de-DE"/>
              <a:t>Text</a:t>
            </a:r>
          </a:p>
        </p:txBody>
      </p:sp>
    </p:spTree>
    <p:extLst>
      <p:ext uri="{BB962C8B-B14F-4D97-AF65-F5344CB8AC3E}">
        <p14:creationId xmlns:p14="http://schemas.microsoft.com/office/powerpoint/2010/main" val="1935599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head. / content">
    <p:bg>
      <p:bgPr>
        <a:solidFill>
          <a:schemeClr val="bg1"/>
        </a:solidFill>
        <a:effectLst/>
      </p:bgPr>
    </p:bg>
    <p:spTree>
      <p:nvGrpSpPr>
        <p:cNvPr id="1" name=""/>
        <p:cNvGrpSpPr/>
        <p:nvPr/>
      </p:nvGrpSpPr>
      <p:grpSpPr>
        <a:xfrm>
          <a:off x="0" y="0"/>
          <a:ext cx="0" cy="0"/>
          <a:chOff x="0" y="0"/>
          <a:chExt cx="0" cy="0"/>
        </a:xfrm>
      </p:grpSpPr>
      <p:sp>
        <p:nvSpPr>
          <p:cNvPr id="10"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11" name="Textplatzhalter 3"/>
          <p:cNvSpPr>
            <a:spLocks noGrp="1"/>
          </p:cNvSpPr>
          <p:nvPr>
            <p:ph type="body" sz="quarter" idx="14" hasCustomPrompt="1"/>
          </p:nvPr>
        </p:nvSpPr>
        <p:spPr bwMode="gray">
          <a:xfrm>
            <a:off x="480000" y="891974"/>
            <a:ext cx="9120000" cy="335689"/>
          </a:xfrm>
          <a:prstGeom prst="rect">
            <a:avLst/>
          </a:prstGeom>
        </p:spPr>
        <p:txBody>
          <a:bodyPr anchor="t">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2" name="Fußzeilenplatzhalter 11">
            <a:extLst>
              <a:ext uri="{FF2B5EF4-FFF2-40B4-BE49-F238E27FC236}">
                <a16:creationId xmlns:a16="http://schemas.microsoft.com/office/drawing/2014/main" id="{586B0146-C68B-41F9-8775-98078717EBB9}"/>
              </a:ext>
            </a:extLst>
          </p:cNvPr>
          <p:cNvSpPr>
            <a:spLocks noGrp="1"/>
          </p:cNvSpPr>
          <p:nvPr>
            <p:ph type="ftr" sz="quarter" idx="16"/>
          </p:nvPr>
        </p:nvSpPr>
        <p:spPr bwMode="gray"/>
        <p:txBody>
          <a:body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13" name="Foliennummernplatzhalter 12">
            <a:extLst>
              <a:ext uri="{FF2B5EF4-FFF2-40B4-BE49-F238E27FC236}">
                <a16:creationId xmlns:a16="http://schemas.microsoft.com/office/drawing/2014/main" id="{C53EBA29-43EA-4614-A96C-F208755A3FBE}"/>
              </a:ext>
            </a:extLst>
          </p:cNvPr>
          <p:cNvSpPr>
            <a:spLocks noGrp="1"/>
          </p:cNvSpPr>
          <p:nvPr>
            <p:ph type="sldNum" sz="quarter" idx="17"/>
          </p:nvPr>
        </p:nvSpPr>
        <p:spPr bwMode="gray"/>
        <p:txBody>
          <a:bodyPr/>
          <a:lstStyle/>
          <a:p>
            <a:fld id="{99CC5461-F7F8-834A-A33C-7913089D93E6}" type="slidenum">
              <a:rPr lang="en-US" noProof="0" smtClean="0"/>
              <a:pPr/>
              <a:t>‹Nr.›</a:t>
            </a:fld>
            <a:endParaRPr lang="en-US" noProof="0"/>
          </a:p>
        </p:txBody>
      </p:sp>
      <p:sp>
        <p:nvSpPr>
          <p:cNvPr id="7" name="Inhaltsplatzhalter 4">
            <a:extLst>
              <a:ext uri="{FF2B5EF4-FFF2-40B4-BE49-F238E27FC236}">
                <a16:creationId xmlns:a16="http://schemas.microsoft.com/office/drawing/2014/main" id="{7F389957-EC11-4355-96EE-68C406FF958C}"/>
              </a:ext>
            </a:extLst>
          </p:cNvPr>
          <p:cNvSpPr>
            <a:spLocks noGrp="1"/>
          </p:cNvSpPr>
          <p:nvPr>
            <p:ph sz="quarter" idx="13" hasCustomPrompt="1"/>
          </p:nvPr>
        </p:nvSpPr>
        <p:spPr>
          <a:xfrm>
            <a:off x="478367" y="1607179"/>
            <a:ext cx="11235267" cy="4508559"/>
          </a:xfrm>
        </p:spPr>
        <p:txBody>
          <a:bodyPr/>
          <a:lstStyle>
            <a:lvl1pPr>
              <a:defRPr/>
            </a:lvl1pPr>
            <a:lvl2pPr>
              <a:defRPr/>
            </a:lvl2pPr>
            <a:lvl3pPr>
              <a:defRPr/>
            </a:lvl3pPr>
            <a:lvl4pPr>
              <a:defRPr/>
            </a:lvl4pPr>
            <a:lvl5pPr>
              <a:defRPr/>
            </a:lvl5pPr>
          </a:lstStyle>
          <a:p>
            <a:pPr lvl="0"/>
            <a:r>
              <a:rPr lang="de-DE"/>
              <a:t>Text</a:t>
            </a:r>
          </a:p>
          <a:p>
            <a:pPr lvl="1"/>
            <a:r>
              <a:rPr lang="de-DE"/>
              <a:t>Text</a:t>
            </a:r>
          </a:p>
          <a:p>
            <a:pPr lvl="2"/>
            <a:r>
              <a:rPr lang="de-DE"/>
              <a:t>Text</a:t>
            </a:r>
          </a:p>
          <a:p>
            <a:pPr lvl="3"/>
            <a:r>
              <a:rPr lang="de-DE"/>
              <a:t>Text</a:t>
            </a:r>
          </a:p>
          <a:p>
            <a:pPr lvl="4"/>
            <a:r>
              <a:rPr lang="de-DE"/>
              <a:t>Text</a:t>
            </a:r>
          </a:p>
        </p:txBody>
      </p:sp>
      <p:graphicFrame>
        <p:nvGraphicFramePr>
          <p:cNvPr id="8" name="Objekt 7" hidden="1">
            <a:extLst>
              <a:ext uri="{FF2B5EF4-FFF2-40B4-BE49-F238E27FC236}">
                <a16:creationId xmlns:a16="http://schemas.microsoft.com/office/drawing/2014/main" id="{BC15E68B-6460-4692-B7F5-530CFC8477F9}"/>
              </a:ext>
            </a:extLst>
          </p:cNvPr>
          <p:cNvGraphicFramePr>
            <a:graphicFrameLocks noChangeAspect="1"/>
          </p:cNvGraphicFramePr>
          <p:nvPr userDrawn="1">
            <p:custDataLst>
              <p:tags r:id="rId1"/>
            </p:custDataLst>
            <p:extLst>
              <p:ext uri="{D42A27DB-BD31-4B8C-83A1-F6EECF244321}">
                <p14:modId xmlns:p14="http://schemas.microsoft.com/office/powerpoint/2010/main" val="942727053"/>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8" name="Objekt 7" hidden="1">
                        <a:extLst>
                          <a:ext uri="{FF2B5EF4-FFF2-40B4-BE49-F238E27FC236}">
                            <a16:creationId xmlns:a16="http://schemas.microsoft.com/office/drawing/2014/main" id="{BC15E68B-6460-4692-B7F5-530CFC8477F9}"/>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759147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Title + subhead. / content">
    <p:bg>
      <p:bgPr>
        <a:solidFill>
          <a:schemeClr val="bg1"/>
        </a:solidFill>
        <a:effectLst/>
      </p:bgPr>
    </p:bg>
    <p:spTree>
      <p:nvGrpSpPr>
        <p:cNvPr id="1" name=""/>
        <p:cNvGrpSpPr/>
        <p:nvPr/>
      </p:nvGrpSpPr>
      <p:grpSpPr>
        <a:xfrm>
          <a:off x="0" y="0"/>
          <a:ext cx="0" cy="0"/>
          <a:chOff x="0" y="0"/>
          <a:chExt cx="0" cy="0"/>
        </a:xfrm>
      </p:grpSpPr>
      <p:sp>
        <p:nvSpPr>
          <p:cNvPr id="10"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11" name="Textplatzhalter 3"/>
          <p:cNvSpPr>
            <a:spLocks noGrp="1"/>
          </p:cNvSpPr>
          <p:nvPr>
            <p:ph type="body" sz="quarter" idx="14" hasCustomPrompt="1"/>
          </p:nvPr>
        </p:nvSpPr>
        <p:spPr bwMode="gray">
          <a:xfrm>
            <a:off x="480000" y="891974"/>
            <a:ext cx="9120000" cy="335689"/>
          </a:xfrm>
          <a:prstGeom prst="rect">
            <a:avLst/>
          </a:prstGeom>
        </p:spPr>
        <p:txBody>
          <a:bodyPr anchor="t">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2" name="Fußzeilenplatzhalter 11">
            <a:extLst>
              <a:ext uri="{FF2B5EF4-FFF2-40B4-BE49-F238E27FC236}">
                <a16:creationId xmlns:a16="http://schemas.microsoft.com/office/drawing/2014/main" id="{586B0146-C68B-41F9-8775-98078717EBB9}"/>
              </a:ext>
            </a:extLst>
          </p:cNvPr>
          <p:cNvSpPr>
            <a:spLocks noGrp="1"/>
          </p:cNvSpPr>
          <p:nvPr>
            <p:ph type="ftr" sz="quarter" idx="16"/>
          </p:nvPr>
        </p:nvSpPr>
        <p:spPr bwMode="gray"/>
        <p:txBody>
          <a:body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13" name="Foliennummernplatzhalter 12">
            <a:extLst>
              <a:ext uri="{FF2B5EF4-FFF2-40B4-BE49-F238E27FC236}">
                <a16:creationId xmlns:a16="http://schemas.microsoft.com/office/drawing/2014/main" id="{C53EBA29-43EA-4614-A96C-F208755A3FBE}"/>
              </a:ext>
            </a:extLst>
          </p:cNvPr>
          <p:cNvSpPr>
            <a:spLocks noGrp="1"/>
          </p:cNvSpPr>
          <p:nvPr>
            <p:ph type="sldNum" sz="quarter" idx="17"/>
          </p:nvPr>
        </p:nvSpPr>
        <p:spPr bwMode="gray"/>
        <p:txBody>
          <a:bodyPr/>
          <a:lstStyle/>
          <a:p>
            <a:fld id="{99CC5461-F7F8-834A-A33C-7913089D93E6}" type="slidenum">
              <a:rPr lang="en-US" noProof="0" smtClean="0"/>
              <a:pPr/>
              <a:t>‹Nr.›</a:t>
            </a:fld>
            <a:endParaRPr lang="en-US" noProof="0"/>
          </a:p>
        </p:txBody>
      </p:sp>
      <p:sp>
        <p:nvSpPr>
          <p:cNvPr id="7" name="Rechteck 7">
            <a:extLst>
              <a:ext uri="{FF2B5EF4-FFF2-40B4-BE49-F238E27FC236}">
                <a16:creationId xmlns:a16="http://schemas.microsoft.com/office/drawing/2014/main" id="{396C0C98-8D12-41B8-8A3F-71B7DC3D0F10}"/>
              </a:ext>
            </a:extLst>
          </p:cNvPr>
          <p:cNvSpPr/>
          <p:nvPr/>
        </p:nvSpPr>
        <p:spPr>
          <a:xfrm>
            <a:off x="8816804" y="358962"/>
            <a:ext cx="1363200" cy="815245"/>
          </a:xfrm>
          <a:prstGeom prst="rect">
            <a:avLst/>
          </a:prstGeom>
          <a:solidFill>
            <a:schemeClr val="bg2"/>
          </a:solidFill>
          <a:ln>
            <a:noFill/>
          </a:ln>
        </p:spPr>
        <p:txBody>
          <a:bodyPr wrap="none" lIns="143867" tIns="47956" rIns="47956" bIns="71933" rtlCol="0" anchor="ctr">
            <a:noAutofit/>
          </a:bodyPr>
          <a:lstStyle/>
          <a:p>
            <a:pPr algn="ctr"/>
            <a:endParaRPr lang="en-US" sz="1865" b="1" noProof="0">
              <a:solidFill>
                <a:srgbClr val="383633"/>
              </a:solidFill>
              <a:latin typeface="+mn-lt"/>
            </a:endParaRPr>
          </a:p>
        </p:txBody>
      </p:sp>
      <p:sp>
        <p:nvSpPr>
          <p:cNvPr id="8" name="Inhaltsplatzhalter 4">
            <a:extLst>
              <a:ext uri="{FF2B5EF4-FFF2-40B4-BE49-F238E27FC236}">
                <a16:creationId xmlns:a16="http://schemas.microsoft.com/office/drawing/2014/main" id="{16BD0E6F-4AA1-4D97-976B-47C889F778B1}"/>
              </a:ext>
            </a:extLst>
          </p:cNvPr>
          <p:cNvSpPr>
            <a:spLocks noGrp="1"/>
          </p:cNvSpPr>
          <p:nvPr>
            <p:ph sz="quarter" idx="13" hasCustomPrompt="1"/>
          </p:nvPr>
        </p:nvSpPr>
        <p:spPr>
          <a:xfrm>
            <a:off x="478367" y="1607179"/>
            <a:ext cx="11235267" cy="4508559"/>
          </a:xfrm>
        </p:spPr>
        <p:txBody>
          <a:bodyPr/>
          <a:lstStyle>
            <a:lvl1pPr>
              <a:defRPr/>
            </a:lvl1pPr>
            <a:lvl2pPr>
              <a:defRPr/>
            </a:lvl2pPr>
            <a:lvl3pPr>
              <a:defRPr/>
            </a:lvl3pPr>
            <a:lvl4pPr>
              <a:defRPr/>
            </a:lvl4pPr>
            <a:lvl5pPr>
              <a:defRPr/>
            </a:lvl5pPr>
          </a:lstStyle>
          <a:p>
            <a:pPr lvl="0"/>
            <a:r>
              <a:rPr lang="de-DE"/>
              <a:t>Text</a:t>
            </a:r>
          </a:p>
          <a:p>
            <a:pPr lvl="1"/>
            <a:r>
              <a:rPr lang="de-DE"/>
              <a:t>Text</a:t>
            </a:r>
          </a:p>
          <a:p>
            <a:pPr lvl="2"/>
            <a:r>
              <a:rPr lang="de-DE"/>
              <a:t>Text</a:t>
            </a:r>
          </a:p>
          <a:p>
            <a:pPr lvl="3"/>
            <a:r>
              <a:rPr lang="de-DE"/>
              <a:t>Text</a:t>
            </a:r>
          </a:p>
          <a:p>
            <a:pPr lvl="4"/>
            <a:r>
              <a:rPr lang="de-DE"/>
              <a:t>Text</a:t>
            </a:r>
          </a:p>
        </p:txBody>
      </p:sp>
    </p:spTree>
    <p:extLst>
      <p:ext uri="{BB962C8B-B14F-4D97-AF65-F5344CB8AC3E}">
        <p14:creationId xmlns:p14="http://schemas.microsoft.com/office/powerpoint/2010/main" val="1278922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subhead. / numbering">
    <p:bg>
      <p:bgPr>
        <a:solidFill>
          <a:schemeClr val="bg1"/>
        </a:solidFill>
        <a:effectLst/>
      </p:bgPr>
    </p:bg>
    <p:spTree>
      <p:nvGrpSpPr>
        <p:cNvPr id="1" name=""/>
        <p:cNvGrpSpPr/>
        <p:nvPr/>
      </p:nvGrpSpPr>
      <p:grpSpPr>
        <a:xfrm>
          <a:off x="0" y="0"/>
          <a:ext cx="0" cy="0"/>
          <a:chOff x="0" y="0"/>
          <a:chExt cx="0" cy="0"/>
        </a:xfrm>
      </p:grpSpPr>
      <p:sp>
        <p:nvSpPr>
          <p:cNvPr id="2" name="Textplatzhalter 2"/>
          <p:cNvSpPr>
            <a:spLocks noGrp="1"/>
          </p:cNvSpPr>
          <p:nvPr>
            <p:ph idx="1" hasCustomPrompt="1"/>
          </p:nvPr>
        </p:nvSpPr>
        <p:spPr bwMode="gray">
          <a:xfrm>
            <a:off x="480007" y="1607178"/>
            <a:ext cx="11231999" cy="4512621"/>
          </a:xfrm>
          <a:prstGeom prst="rect">
            <a:avLst/>
          </a:prstGeom>
        </p:spPr>
        <p:txBody>
          <a:bodyPr vert="horz" lIns="0" tIns="0" rIns="0" bIns="0" rtlCol="0">
            <a:normAutofit/>
          </a:bodyPr>
          <a:lstStyle>
            <a:lvl1pPr marL="482153" indent="-482153">
              <a:spcAft>
                <a:spcPts val="533"/>
              </a:spcAft>
              <a:buClr>
                <a:schemeClr val="tx2"/>
              </a:buClr>
              <a:buFont typeface="+mj-lt"/>
              <a:buAutoNum type="arabicPeriod"/>
              <a:defRPr b="1">
                <a:solidFill>
                  <a:schemeClr val="tx1"/>
                </a:solidFill>
              </a:defRPr>
            </a:lvl1pPr>
            <a:lvl2pPr marL="955848" indent="-456777">
              <a:spcAft>
                <a:spcPts val="533"/>
              </a:spcAft>
              <a:buClr>
                <a:schemeClr val="tx2"/>
              </a:buClr>
              <a:buFont typeface="+mj-lt"/>
              <a:buAutoNum type="alphaLcPeriod"/>
              <a:defRPr>
                <a:solidFill>
                  <a:schemeClr val="tx1"/>
                </a:solidFill>
              </a:defRPr>
            </a:lvl2pPr>
            <a:lvl3pPr marL="1192696" indent="-236847" defTabSz="955848">
              <a:spcAft>
                <a:spcPts val="533"/>
              </a:spcAft>
              <a:buClr>
                <a:srgbClr val="A00020"/>
              </a:buClr>
              <a:buSzPct val="100000"/>
              <a:buFont typeface="Arial" panose="020B0604020202020204" pitchFamily="34" charset="0"/>
              <a:buChar char="–"/>
              <a:defRPr lang="de-DE" sz="2132" dirty="0" smtClean="0">
                <a:solidFill>
                  <a:schemeClr val="tx1"/>
                </a:solidFill>
                <a:latin typeface="+mn-lt"/>
                <a:ea typeface="Arial"/>
              </a:defRPr>
            </a:lvl3pPr>
            <a:lvl4pPr marL="1438001" indent="-245306">
              <a:spcAft>
                <a:spcPts val="533"/>
              </a:spcAft>
              <a:buClr>
                <a:srgbClr val="A00020"/>
              </a:buClr>
              <a:buSzPct val="100000"/>
              <a:buFont typeface="Arial" panose="020B0604020202020204" pitchFamily="34" charset="0"/>
              <a:buChar char="−"/>
              <a:defRPr lang="de-DE" sz="1865" b="0" baseline="0" dirty="0">
                <a:solidFill>
                  <a:schemeClr val="tx1"/>
                </a:solidFill>
                <a:latin typeface="+mn-lt"/>
                <a:ea typeface="Arial"/>
              </a:defRPr>
            </a:lvl4pPr>
            <a:lvl5pPr marL="1674849" indent="-236847">
              <a:spcAft>
                <a:spcPts val="533"/>
              </a:spcAft>
              <a:buClr>
                <a:srgbClr val="A00020"/>
              </a:buClr>
              <a:buFont typeface="Arial" panose="020B0604020202020204" pitchFamily="34" charset="0"/>
              <a:buChar char="−"/>
              <a:defRPr sz="1865" baseline="0">
                <a:solidFill>
                  <a:schemeClr val="tx1"/>
                </a:solidFill>
              </a:defRPr>
            </a:lvl5pPr>
            <a:lvl6pPr marL="1911696" marR="0" indent="-236847" algn="l" defTabSz="1160986" rtl="0" eaLnBrk="0" fontAlgn="base" latinLnBrk="0" hangingPunct="0">
              <a:lnSpc>
                <a:spcPct val="110000"/>
              </a:lnSpc>
              <a:spcBef>
                <a:spcPts val="0"/>
              </a:spcBef>
              <a:spcAft>
                <a:spcPts val="533"/>
              </a:spcAft>
              <a:buClr>
                <a:schemeClr val="tx1"/>
              </a:buClr>
              <a:buSzPct val="100000"/>
              <a:buFont typeface="Arial" panose="020B0604020202020204" pitchFamily="34" charset="0"/>
              <a:buChar char="−"/>
              <a:tabLst/>
              <a:defRPr sz="1865">
                <a:solidFill>
                  <a:schemeClr val="tx1"/>
                </a:solidFill>
              </a:defRPr>
            </a:lvl6pPr>
            <a:lvl7pPr marL="1128165" indent="0">
              <a:buFont typeface="+mj-lt"/>
              <a:buAutoNum type="arabicPeriod"/>
              <a:defRPr/>
            </a:lvl7pPr>
            <a:lvl8pPr marL="1128165" indent="-456781">
              <a:buFont typeface="+mj-lt"/>
              <a:buAutoNum type="arabicPeriod"/>
              <a:defRPr/>
            </a:lvl8pPr>
          </a:lstStyle>
          <a:p>
            <a:pPr lvl="0"/>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9"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2"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3" name="Fußzeilenplatzhalter 2">
            <a:extLst>
              <a:ext uri="{FF2B5EF4-FFF2-40B4-BE49-F238E27FC236}">
                <a16:creationId xmlns:a16="http://schemas.microsoft.com/office/drawing/2014/main" id="{95B3BF68-C837-4FFB-9F15-89C960C7E8A0}"/>
              </a:ext>
            </a:extLst>
          </p:cNvPr>
          <p:cNvSpPr>
            <a:spLocks noGrp="1"/>
          </p:cNvSpPr>
          <p:nvPr>
            <p:ph type="ftr" sz="quarter" idx="15"/>
          </p:nvPr>
        </p:nvSpPr>
        <p:spPr bwMode="gray"/>
        <p:txBody>
          <a:body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4" name="Foliennummernplatzhalter 3">
            <a:extLst>
              <a:ext uri="{FF2B5EF4-FFF2-40B4-BE49-F238E27FC236}">
                <a16:creationId xmlns:a16="http://schemas.microsoft.com/office/drawing/2014/main" id="{AC26D1C5-D3AA-4F80-A556-774AC4409B0A}"/>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graphicFrame>
        <p:nvGraphicFramePr>
          <p:cNvPr id="7" name="Objekt 6" hidden="1">
            <a:extLst>
              <a:ext uri="{FF2B5EF4-FFF2-40B4-BE49-F238E27FC236}">
                <a16:creationId xmlns:a16="http://schemas.microsoft.com/office/drawing/2014/main" id="{0D92BC71-0873-4B2A-A269-E43C8DB7A425}"/>
              </a:ext>
            </a:extLst>
          </p:cNvPr>
          <p:cNvGraphicFramePr>
            <a:graphicFrameLocks noChangeAspect="1"/>
          </p:cNvGraphicFramePr>
          <p:nvPr userDrawn="1">
            <p:custDataLst>
              <p:tags r:id="rId1"/>
            </p:custDataLst>
            <p:extLst>
              <p:ext uri="{D42A27DB-BD31-4B8C-83A1-F6EECF244321}">
                <p14:modId xmlns:p14="http://schemas.microsoft.com/office/powerpoint/2010/main" val="2859326896"/>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7" name="Objekt 6" hidden="1">
                        <a:extLst>
                          <a:ext uri="{FF2B5EF4-FFF2-40B4-BE49-F238E27FC236}">
                            <a16:creationId xmlns:a16="http://schemas.microsoft.com/office/drawing/2014/main" id="{0D92BC71-0873-4B2A-A269-E43C8DB7A425}"/>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596219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subhead. / content left + right">
    <p:bg>
      <p:bgPr>
        <a:solidFill>
          <a:schemeClr val="bg1"/>
        </a:solidFill>
        <a:effectLst/>
      </p:bgPr>
    </p:bg>
    <p:spTree>
      <p:nvGrpSpPr>
        <p:cNvPr id="1" name=""/>
        <p:cNvGrpSpPr/>
        <p:nvPr/>
      </p:nvGrpSpPr>
      <p:grpSpPr>
        <a:xfrm>
          <a:off x="0" y="0"/>
          <a:ext cx="0" cy="0"/>
          <a:chOff x="0" y="0"/>
          <a:chExt cx="0" cy="0"/>
        </a:xfrm>
      </p:grpSpPr>
      <p:sp>
        <p:nvSpPr>
          <p:cNvPr id="2" name="Inhaltsplatzhalter 3"/>
          <p:cNvSpPr>
            <a:spLocks noGrp="1"/>
          </p:cNvSpPr>
          <p:nvPr>
            <p:ph sz="quarter" idx="15" hasCustomPrompt="1"/>
          </p:nvPr>
        </p:nvSpPr>
        <p:spPr bwMode="gray">
          <a:xfrm>
            <a:off x="6191253" y="1607179"/>
            <a:ext cx="5520775" cy="4515832"/>
          </a:xfrm>
          <a:prstGeom prst="rect">
            <a:avLst/>
          </a:prstGeom>
        </p:spPr>
        <p:txBody>
          <a:bodyPr/>
          <a:lstStyle>
            <a:lvl1pPr marL="380648" indent="-380648">
              <a:buClr>
                <a:srgbClr val="A00020"/>
              </a:buClr>
              <a:buFont typeface="Arial" panose="020B0604020202020204" pitchFamily="34" charset="0"/>
              <a:buChar char="–"/>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3" name="Inhaltsplatzhalter 3"/>
          <p:cNvSpPr>
            <a:spLocks noGrp="1"/>
          </p:cNvSpPr>
          <p:nvPr>
            <p:ph sz="quarter" idx="14" hasCustomPrompt="1"/>
          </p:nvPr>
        </p:nvSpPr>
        <p:spPr bwMode="gray">
          <a:xfrm>
            <a:off x="479977" y="1607179"/>
            <a:ext cx="5520775" cy="4515832"/>
          </a:xfrm>
          <a:prstGeom prst="rect">
            <a:avLst/>
          </a:prstGeom>
        </p:spPr>
        <p:txBody>
          <a:bodyPr/>
          <a:lstStyle>
            <a:lvl1pPr marL="380648" indent="-380648">
              <a:buClr>
                <a:srgbClr val="A00020"/>
              </a:buClr>
              <a:buFont typeface="Arial" panose="020B0604020202020204" pitchFamily="34" charset="0"/>
              <a:buChar char="–"/>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10" name="Textplatzhalter 3"/>
          <p:cNvSpPr>
            <a:spLocks noGrp="1"/>
          </p:cNvSpPr>
          <p:nvPr>
            <p:ph type="body" sz="quarter" idx="16"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3"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6" name="Fußzeilenplatzhalter 5">
            <a:extLst>
              <a:ext uri="{FF2B5EF4-FFF2-40B4-BE49-F238E27FC236}">
                <a16:creationId xmlns:a16="http://schemas.microsoft.com/office/drawing/2014/main" id="{9AEDF93C-10D1-4329-B277-203E2CD5BAB0}"/>
              </a:ext>
            </a:extLst>
          </p:cNvPr>
          <p:cNvSpPr>
            <a:spLocks noGrp="1"/>
          </p:cNvSpPr>
          <p:nvPr>
            <p:ph type="ftr" sz="quarter" idx="17"/>
          </p:nvPr>
        </p:nvSpPr>
        <p:spPr bwMode="gray"/>
        <p:txBody>
          <a:body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7" name="Foliennummernplatzhalter 6">
            <a:extLst>
              <a:ext uri="{FF2B5EF4-FFF2-40B4-BE49-F238E27FC236}">
                <a16:creationId xmlns:a16="http://schemas.microsoft.com/office/drawing/2014/main" id="{471C7933-3BB6-4722-9ED3-79512DCF4D3D}"/>
              </a:ext>
            </a:extLst>
          </p:cNvPr>
          <p:cNvSpPr>
            <a:spLocks noGrp="1"/>
          </p:cNvSpPr>
          <p:nvPr>
            <p:ph type="sldNum" sz="quarter" idx="18"/>
          </p:nvPr>
        </p:nvSpPr>
        <p:spPr bwMode="gray"/>
        <p:txBody>
          <a:bodyPr/>
          <a:lstStyle/>
          <a:p>
            <a:fld id="{99CC5461-F7F8-834A-A33C-7913089D93E6}" type="slidenum">
              <a:rPr lang="en-US" noProof="0" smtClean="0"/>
              <a:pPr/>
              <a:t>‹Nr.›</a:t>
            </a:fld>
            <a:endParaRPr lang="en-US" noProof="0"/>
          </a:p>
        </p:txBody>
      </p:sp>
      <p:graphicFrame>
        <p:nvGraphicFramePr>
          <p:cNvPr id="8" name="Objekt 7" hidden="1">
            <a:extLst>
              <a:ext uri="{FF2B5EF4-FFF2-40B4-BE49-F238E27FC236}">
                <a16:creationId xmlns:a16="http://schemas.microsoft.com/office/drawing/2014/main" id="{898239B8-2F1A-48BC-AFC4-BE630C33CC54}"/>
              </a:ext>
            </a:extLst>
          </p:cNvPr>
          <p:cNvGraphicFramePr>
            <a:graphicFrameLocks noChangeAspect="1"/>
          </p:cNvGraphicFramePr>
          <p:nvPr userDrawn="1">
            <p:custDataLst>
              <p:tags r:id="rId1"/>
            </p:custDataLst>
            <p:extLst>
              <p:ext uri="{D42A27DB-BD31-4B8C-83A1-F6EECF244321}">
                <p14:modId xmlns:p14="http://schemas.microsoft.com/office/powerpoint/2010/main" val="319002821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8" name="Objekt 7" hidden="1">
                        <a:extLst>
                          <a:ext uri="{FF2B5EF4-FFF2-40B4-BE49-F238E27FC236}">
                            <a16:creationId xmlns:a16="http://schemas.microsoft.com/office/drawing/2014/main" id="{898239B8-2F1A-48BC-AFC4-BE630C33CC54}"/>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161379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subhead. / content left + top and bottom">
    <p:bg>
      <p:bgPr>
        <a:solidFill>
          <a:schemeClr val="bg1"/>
        </a:solidFill>
        <a:effectLst/>
      </p:bgPr>
    </p:bg>
    <p:spTree>
      <p:nvGrpSpPr>
        <p:cNvPr id="1" name=""/>
        <p:cNvGrpSpPr/>
        <p:nvPr/>
      </p:nvGrpSpPr>
      <p:grpSpPr>
        <a:xfrm>
          <a:off x="0" y="0"/>
          <a:ext cx="0" cy="0"/>
          <a:chOff x="0" y="0"/>
          <a:chExt cx="0" cy="0"/>
        </a:xfrm>
      </p:grpSpPr>
      <p:sp>
        <p:nvSpPr>
          <p:cNvPr id="2" name="Inhaltsplatzhalter 3"/>
          <p:cNvSpPr>
            <a:spLocks noGrp="1"/>
          </p:cNvSpPr>
          <p:nvPr>
            <p:ph sz="quarter" idx="15" hasCustomPrompt="1"/>
          </p:nvPr>
        </p:nvSpPr>
        <p:spPr bwMode="gray">
          <a:xfrm>
            <a:off x="6191252" y="1607178"/>
            <a:ext cx="5522381" cy="2254279"/>
          </a:xfrm>
          <a:prstGeom prst="rect">
            <a:avLst/>
          </a:prstGeom>
        </p:spPr>
        <p:txBody>
          <a:bodyPr/>
          <a:lstStyle>
            <a:lvl1pPr marL="380648" indent="-380648">
              <a:buClr>
                <a:srgbClr val="A00020"/>
              </a:buClr>
              <a:buFont typeface="Arial" panose="020B0604020202020204" pitchFamily="34" charset="0"/>
              <a:buChar char="–"/>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3" name="Inhaltsplatzhalter 3"/>
          <p:cNvSpPr>
            <a:spLocks noGrp="1"/>
          </p:cNvSpPr>
          <p:nvPr>
            <p:ph sz="quarter" idx="14" hasCustomPrompt="1"/>
          </p:nvPr>
        </p:nvSpPr>
        <p:spPr bwMode="gray">
          <a:xfrm>
            <a:off x="479978" y="1607179"/>
            <a:ext cx="5520775" cy="4515832"/>
          </a:xfrm>
          <a:prstGeom prst="rect">
            <a:avLst/>
          </a:prstGeom>
        </p:spPr>
        <p:txBody>
          <a:bodyPr/>
          <a:lstStyle>
            <a:lvl1pPr marL="380648" indent="-380648">
              <a:buClr>
                <a:srgbClr val="A00020"/>
              </a:buClr>
              <a:buFont typeface="Arial" panose="020B0604020202020204" pitchFamily="34" charset="0"/>
              <a:buChar char="–"/>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4" name="Inhaltsplatzhalter 3"/>
          <p:cNvSpPr>
            <a:spLocks noGrp="1"/>
          </p:cNvSpPr>
          <p:nvPr>
            <p:ph sz="quarter" idx="16" hasCustomPrompt="1"/>
          </p:nvPr>
        </p:nvSpPr>
        <p:spPr bwMode="gray">
          <a:xfrm>
            <a:off x="6191253" y="4051782"/>
            <a:ext cx="5520775" cy="2071228"/>
          </a:xfrm>
          <a:prstGeom prst="rect">
            <a:avLst/>
          </a:prstGeom>
        </p:spPr>
        <p:txBody>
          <a:bodyPr/>
          <a:lstStyle>
            <a:lvl1pPr marL="380648" indent="-380648">
              <a:buClr>
                <a:srgbClr val="A00020"/>
              </a:buClr>
              <a:buFont typeface="Arial" panose="020B0604020202020204" pitchFamily="34" charset="0"/>
              <a:buChar char="–"/>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11" name="Textplatzhalter 3"/>
          <p:cNvSpPr>
            <a:spLocks noGrp="1"/>
          </p:cNvSpPr>
          <p:nvPr>
            <p:ph type="body" sz="quarter" idx="17"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4"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7" name="Fußzeilenplatzhalter 6">
            <a:extLst>
              <a:ext uri="{FF2B5EF4-FFF2-40B4-BE49-F238E27FC236}">
                <a16:creationId xmlns:a16="http://schemas.microsoft.com/office/drawing/2014/main" id="{69584941-B3A2-4395-BC33-73375F4F226D}"/>
              </a:ext>
            </a:extLst>
          </p:cNvPr>
          <p:cNvSpPr>
            <a:spLocks noGrp="1"/>
          </p:cNvSpPr>
          <p:nvPr>
            <p:ph type="ftr" sz="quarter" idx="18"/>
          </p:nvPr>
        </p:nvSpPr>
        <p:spPr bwMode="gray"/>
        <p:txBody>
          <a:bodyPr/>
          <a:lstStyle/>
          <a:p>
            <a:r>
              <a:rPr lang="en-US" noProof="0">
                <a:latin typeface="Arial" panose="020B0604020202020204" pitchFamily="34" charset="0"/>
              </a:rPr>
              <a:t>LIKE Learn Development - Results - Stephanie Heim / Alexandra Mertel</a:t>
            </a:r>
          </a:p>
        </p:txBody>
      </p:sp>
      <p:sp>
        <p:nvSpPr>
          <p:cNvPr id="8" name="Foliennummernplatzhalter 7">
            <a:extLst>
              <a:ext uri="{FF2B5EF4-FFF2-40B4-BE49-F238E27FC236}">
                <a16:creationId xmlns:a16="http://schemas.microsoft.com/office/drawing/2014/main" id="{49D087E2-497A-4F44-BC64-F5F1EB7DE0D2}"/>
              </a:ext>
            </a:extLst>
          </p:cNvPr>
          <p:cNvSpPr>
            <a:spLocks noGrp="1"/>
          </p:cNvSpPr>
          <p:nvPr>
            <p:ph type="sldNum" sz="quarter" idx="19"/>
          </p:nvPr>
        </p:nvSpPr>
        <p:spPr bwMode="gray"/>
        <p:txBody>
          <a:bodyPr/>
          <a:lstStyle/>
          <a:p>
            <a:fld id="{99CC5461-F7F8-834A-A33C-7913089D93E6}" type="slidenum">
              <a:rPr lang="en-US" noProof="0" smtClean="0"/>
              <a:pPr/>
              <a:t>‹Nr.›</a:t>
            </a:fld>
            <a:endParaRPr lang="en-US" noProof="0"/>
          </a:p>
        </p:txBody>
      </p:sp>
      <p:graphicFrame>
        <p:nvGraphicFramePr>
          <p:cNvPr id="9" name="Objekt 8" hidden="1">
            <a:extLst>
              <a:ext uri="{FF2B5EF4-FFF2-40B4-BE49-F238E27FC236}">
                <a16:creationId xmlns:a16="http://schemas.microsoft.com/office/drawing/2014/main" id="{FD47D917-5876-4569-AEE9-2D430C8A171D}"/>
              </a:ext>
            </a:extLst>
          </p:cNvPr>
          <p:cNvGraphicFramePr>
            <a:graphicFrameLocks noChangeAspect="1"/>
          </p:cNvGraphicFramePr>
          <p:nvPr userDrawn="1">
            <p:custDataLst>
              <p:tags r:id="rId1"/>
            </p:custDataLst>
            <p:extLst>
              <p:ext uri="{D42A27DB-BD31-4B8C-83A1-F6EECF244321}">
                <p14:modId xmlns:p14="http://schemas.microsoft.com/office/powerpoint/2010/main" val="1250083103"/>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9" name="Objekt 8" hidden="1">
                        <a:extLst>
                          <a:ext uri="{FF2B5EF4-FFF2-40B4-BE49-F238E27FC236}">
                            <a16:creationId xmlns:a16="http://schemas.microsoft.com/office/drawing/2014/main" id="{FD47D917-5876-4569-AEE9-2D430C8A171D}"/>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263175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 subhead. / content left + picture 1">
    <p:bg>
      <p:bgPr>
        <a:solidFill>
          <a:schemeClr val="bg1"/>
        </a:solidFill>
        <a:effectLst/>
      </p:bgPr>
    </p:bg>
    <p:spTree>
      <p:nvGrpSpPr>
        <p:cNvPr id="1" name=""/>
        <p:cNvGrpSpPr/>
        <p:nvPr/>
      </p:nvGrpSpPr>
      <p:grpSpPr>
        <a:xfrm>
          <a:off x="0" y="0"/>
          <a:ext cx="0" cy="0"/>
          <a:chOff x="0" y="0"/>
          <a:chExt cx="0" cy="0"/>
        </a:xfrm>
      </p:grpSpPr>
      <p:sp>
        <p:nvSpPr>
          <p:cNvPr id="9" name="Bildplatzhalter 3">
            <a:extLst>
              <a:ext uri="{FF2B5EF4-FFF2-40B4-BE49-F238E27FC236}">
                <a16:creationId xmlns:a16="http://schemas.microsoft.com/office/drawing/2014/main" id="{391E00EF-E70B-4755-9BA9-B30DAB88A693}"/>
              </a:ext>
            </a:extLst>
          </p:cNvPr>
          <p:cNvSpPr>
            <a:spLocks noGrp="1"/>
          </p:cNvSpPr>
          <p:nvPr>
            <p:ph type="pic" sz="quarter" idx="20" hasCustomPrompt="1"/>
          </p:nvPr>
        </p:nvSpPr>
        <p:spPr bwMode="gray">
          <a:xfrm>
            <a:off x="6191253" y="2"/>
            <a:ext cx="6000747" cy="6857999"/>
          </a:xfrm>
          <a:prstGeom prst="rect">
            <a:avLst/>
          </a:prstGeom>
          <a:solidFill>
            <a:schemeClr val="bg2"/>
          </a:solidFill>
        </p:spPr>
        <p:txBody>
          <a:bodyPr anchor="ctr"/>
          <a:lstStyle>
            <a:lvl1pPr marL="0" indent="0" algn="ctr">
              <a:buNone/>
              <a:defRPr sz="1599">
                <a:solidFill>
                  <a:schemeClr val="tx1"/>
                </a:solidFill>
              </a:defRPr>
            </a:lvl1pPr>
          </a:lstStyle>
          <a:p>
            <a:r>
              <a:rPr lang="en-US" noProof="0"/>
              <a:t>Click to insert Picture</a:t>
            </a:r>
          </a:p>
        </p:txBody>
      </p:sp>
      <p:sp>
        <p:nvSpPr>
          <p:cNvPr id="3" name="Inhaltsplatzhalter 3"/>
          <p:cNvSpPr>
            <a:spLocks noGrp="1"/>
          </p:cNvSpPr>
          <p:nvPr>
            <p:ph sz="quarter" idx="14" hasCustomPrompt="1"/>
          </p:nvPr>
        </p:nvSpPr>
        <p:spPr bwMode="gray">
          <a:xfrm>
            <a:off x="479977" y="1607179"/>
            <a:ext cx="5520775" cy="4515832"/>
          </a:xfrm>
          <a:prstGeom prst="rect">
            <a:avLst/>
          </a:prstGeom>
        </p:spPr>
        <p:txBody>
          <a:bodyPr/>
          <a:lstStyle>
            <a:lvl1pPr marL="380648" indent="-380648">
              <a:buNone/>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10" name="Textplatzhalter 3"/>
          <p:cNvSpPr>
            <a:spLocks noGrp="1"/>
          </p:cNvSpPr>
          <p:nvPr>
            <p:ph type="body" sz="quarter" idx="16" hasCustomPrompt="1"/>
          </p:nvPr>
        </p:nvSpPr>
        <p:spPr bwMode="gray">
          <a:xfrm>
            <a:off x="480000" y="891974"/>
            <a:ext cx="5520751"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3" name="Titel 1"/>
          <p:cNvSpPr>
            <a:spLocks noGrp="1"/>
          </p:cNvSpPr>
          <p:nvPr>
            <p:ph type="title" hasCustomPrompt="1"/>
          </p:nvPr>
        </p:nvSpPr>
        <p:spPr bwMode="gray">
          <a:xfrm>
            <a:off x="480000" y="541900"/>
            <a:ext cx="5520751"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6" name="Fußzeilenplatzhalter 5">
            <a:extLst>
              <a:ext uri="{FF2B5EF4-FFF2-40B4-BE49-F238E27FC236}">
                <a16:creationId xmlns:a16="http://schemas.microsoft.com/office/drawing/2014/main" id="{9AEDF93C-10D1-4329-B277-203E2CD5BAB0}"/>
              </a:ext>
            </a:extLst>
          </p:cNvPr>
          <p:cNvSpPr>
            <a:spLocks noGrp="1"/>
          </p:cNvSpPr>
          <p:nvPr>
            <p:ph type="ftr" sz="quarter" idx="17"/>
          </p:nvPr>
        </p:nvSpPr>
        <p:spPr bwMode="gray"/>
        <p:txBody>
          <a:body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7" name="Foliennummernplatzhalter 6">
            <a:extLst>
              <a:ext uri="{FF2B5EF4-FFF2-40B4-BE49-F238E27FC236}">
                <a16:creationId xmlns:a16="http://schemas.microsoft.com/office/drawing/2014/main" id="{471C7933-3BB6-4722-9ED3-79512DCF4D3D}"/>
              </a:ext>
            </a:extLst>
          </p:cNvPr>
          <p:cNvSpPr>
            <a:spLocks noGrp="1"/>
          </p:cNvSpPr>
          <p:nvPr>
            <p:ph type="sldNum" sz="quarter" idx="18"/>
          </p:nvPr>
        </p:nvSpPr>
        <p:spPr bwMode="gray"/>
        <p:txBody>
          <a:bodyPr/>
          <a:lstStyle/>
          <a:p>
            <a:fld id="{99CC5461-F7F8-834A-A33C-7913089D93E6}" type="slidenum">
              <a:rPr lang="en-US" noProof="0" smtClean="0"/>
              <a:pPr/>
              <a:t>‹Nr.›</a:t>
            </a:fld>
            <a:endParaRPr lang="en-US" noProof="0"/>
          </a:p>
        </p:txBody>
      </p:sp>
      <p:sp>
        <p:nvSpPr>
          <p:cNvPr id="11" name="Textplatzhalter 8">
            <a:extLst>
              <a:ext uri="{FF2B5EF4-FFF2-40B4-BE49-F238E27FC236}">
                <a16:creationId xmlns:a16="http://schemas.microsoft.com/office/drawing/2014/main" id="{7A35ED76-87D3-4624-8A5C-5AA321B2FA80}"/>
              </a:ext>
            </a:extLst>
          </p:cNvPr>
          <p:cNvSpPr>
            <a:spLocks noGrp="1"/>
          </p:cNvSpPr>
          <p:nvPr>
            <p:ph type="body" sz="quarter" idx="13" hasCustomPrompt="1"/>
          </p:nvPr>
        </p:nvSpPr>
        <p:spPr bwMode="gray">
          <a:xfrm>
            <a:off x="10362801" y="343103"/>
            <a:ext cx="1363200" cy="815245"/>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br>
              <a:rPr lang="en-US" noProof="0"/>
            </a:br>
            <a:endParaRPr lang="en-US" noProof="0"/>
          </a:p>
        </p:txBody>
      </p:sp>
    </p:spTree>
    <p:extLst>
      <p:ext uri="{BB962C8B-B14F-4D97-AF65-F5344CB8AC3E}">
        <p14:creationId xmlns:p14="http://schemas.microsoft.com/office/powerpoint/2010/main" val="218062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subhead. / content left + picture 2">
    <p:bg>
      <p:bgPr>
        <a:solidFill>
          <a:schemeClr val="bg1"/>
        </a:solidFill>
        <a:effectLst/>
      </p:bgPr>
    </p:bg>
    <p:spTree>
      <p:nvGrpSpPr>
        <p:cNvPr id="1" name=""/>
        <p:cNvGrpSpPr/>
        <p:nvPr/>
      </p:nvGrpSpPr>
      <p:grpSpPr>
        <a:xfrm>
          <a:off x="0" y="0"/>
          <a:ext cx="0" cy="0"/>
          <a:chOff x="0" y="0"/>
          <a:chExt cx="0" cy="0"/>
        </a:xfrm>
      </p:grpSpPr>
      <p:sp>
        <p:nvSpPr>
          <p:cNvPr id="9" name="Bildplatzhalter 3">
            <a:extLst>
              <a:ext uri="{FF2B5EF4-FFF2-40B4-BE49-F238E27FC236}">
                <a16:creationId xmlns:a16="http://schemas.microsoft.com/office/drawing/2014/main" id="{391E00EF-E70B-4755-9BA9-B30DAB88A693}"/>
              </a:ext>
            </a:extLst>
          </p:cNvPr>
          <p:cNvSpPr>
            <a:spLocks noGrp="1"/>
          </p:cNvSpPr>
          <p:nvPr>
            <p:ph type="pic" sz="quarter" idx="20" hasCustomPrompt="1"/>
          </p:nvPr>
        </p:nvSpPr>
        <p:spPr bwMode="gray">
          <a:xfrm>
            <a:off x="6191253" y="1607178"/>
            <a:ext cx="6000747" cy="5250823"/>
          </a:xfrm>
          <a:prstGeom prst="rect">
            <a:avLst/>
          </a:prstGeom>
          <a:solidFill>
            <a:schemeClr val="bg2"/>
          </a:solidFill>
        </p:spPr>
        <p:txBody>
          <a:bodyPr anchor="ctr"/>
          <a:lstStyle>
            <a:lvl1pPr marL="0" indent="0" algn="ctr">
              <a:buNone/>
              <a:defRPr sz="1599">
                <a:solidFill>
                  <a:schemeClr val="tx1"/>
                </a:solidFill>
              </a:defRPr>
            </a:lvl1pPr>
          </a:lstStyle>
          <a:p>
            <a:r>
              <a:rPr lang="en-US" noProof="0"/>
              <a:t>Click to insert Picture</a:t>
            </a:r>
          </a:p>
        </p:txBody>
      </p:sp>
      <p:sp>
        <p:nvSpPr>
          <p:cNvPr id="3" name="Inhaltsplatzhalter 3"/>
          <p:cNvSpPr>
            <a:spLocks noGrp="1"/>
          </p:cNvSpPr>
          <p:nvPr>
            <p:ph sz="quarter" idx="14" hasCustomPrompt="1"/>
          </p:nvPr>
        </p:nvSpPr>
        <p:spPr bwMode="gray">
          <a:xfrm>
            <a:off x="479977" y="1607179"/>
            <a:ext cx="5520775" cy="4515832"/>
          </a:xfrm>
          <a:prstGeom prst="rect">
            <a:avLst/>
          </a:prstGeom>
        </p:spPr>
        <p:txBody>
          <a:bodyPr/>
          <a:lstStyle>
            <a:lvl1pPr marL="380648" indent="-380648">
              <a:buNone/>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10" name="Textplatzhalter 3"/>
          <p:cNvSpPr>
            <a:spLocks noGrp="1"/>
          </p:cNvSpPr>
          <p:nvPr>
            <p:ph type="body" sz="quarter" idx="16" hasCustomPrompt="1"/>
          </p:nvPr>
        </p:nvSpPr>
        <p:spPr bwMode="gray">
          <a:xfrm>
            <a:off x="480000" y="891974"/>
            <a:ext cx="5520751"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3" name="Titel 1"/>
          <p:cNvSpPr>
            <a:spLocks noGrp="1"/>
          </p:cNvSpPr>
          <p:nvPr>
            <p:ph type="title" hasCustomPrompt="1"/>
          </p:nvPr>
        </p:nvSpPr>
        <p:spPr bwMode="gray">
          <a:xfrm>
            <a:off x="480000" y="541900"/>
            <a:ext cx="5520751"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6" name="Fußzeilenplatzhalter 5">
            <a:extLst>
              <a:ext uri="{FF2B5EF4-FFF2-40B4-BE49-F238E27FC236}">
                <a16:creationId xmlns:a16="http://schemas.microsoft.com/office/drawing/2014/main" id="{9AEDF93C-10D1-4329-B277-203E2CD5BAB0}"/>
              </a:ext>
            </a:extLst>
          </p:cNvPr>
          <p:cNvSpPr>
            <a:spLocks noGrp="1"/>
          </p:cNvSpPr>
          <p:nvPr>
            <p:ph type="ftr" sz="quarter" idx="17"/>
          </p:nvPr>
        </p:nvSpPr>
        <p:spPr bwMode="gray"/>
        <p:txBody>
          <a:bodyPr/>
          <a:lstStyle/>
          <a:p>
            <a:r>
              <a:rPr lang="en-US" noProof="0"/>
              <a:t>LIKE Learn Development - Results - Stephanie Heim / Alexandra Mertel</a:t>
            </a:r>
          </a:p>
        </p:txBody>
      </p:sp>
      <p:sp>
        <p:nvSpPr>
          <p:cNvPr id="7" name="Foliennummernplatzhalter 6">
            <a:extLst>
              <a:ext uri="{FF2B5EF4-FFF2-40B4-BE49-F238E27FC236}">
                <a16:creationId xmlns:a16="http://schemas.microsoft.com/office/drawing/2014/main" id="{471C7933-3BB6-4722-9ED3-79512DCF4D3D}"/>
              </a:ext>
            </a:extLst>
          </p:cNvPr>
          <p:cNvSpPr>
            <a:spLocks noGrp="1"/>
          </p:cNvSpPr>
          <p:nvPr>
            <p:ph type="sldNum" sz="quarter" idx="18"/>
          </p:nvPr>
        </p:nvSpPr>
        <p:spPr bwMode="gray"/>
        <p:txBody>
          <a:bodyPr/>
          <a:lstStyle/>
          <a:p>
            <a:fld id="{99CC5461-F7F8-834A-A33C-7913089D93E6}" type="slidenum">
              <a:rPr lang="en-US" noProof="0" smtClean="0"/>
              <a:pPr/>
              <a:t>‹Nr.›</a:t>
            </a:fld>
            <a:endParaRPr lang="en-US" noProof="0"/>
          </a:p>
        </p:txBody>
      </p:sp>
    </p:spTree>
    <p:extLst>
      <p:ext uri="{BB962C8B-B14F-4D97-AF65-F5344CB8AC3E}">
        <p14:creationId xmlns:p14="http://schemas.microsoft.com/office/powerpoint/2010/main" val="2173330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Title + subhead. / content left + picture 2">
    <p:bg>
      <p:bgPr>
        <a:solidFill>
          <a:schemeClr val="bg1"/>
        </a:solidFill>
        <a:effectLst/>
      </p:bgPr>
    </p:bg>
    <p:spTree>
      <p:nvGrpSpPr>
        <p:cNvPr id="1" name=""/>
        <p:cNvGrpSpPr/>
        <p:nvPr/>
      </p:nvGrpSpPr>
      <p:grpSpPr>
        <a:xfrm>
          <a:off x="0" y="0"/>
          <a:ext cx="0" cy="0"/>
          <a:chOff x="0" y="0"/>
          <a:chExt cx="0" cy="0"/>
        </a:xfrm>
      </p:grpSpPr>
      <p:sp>
        <p:nvSpPr>
          <p:cNvPr id="9" name="Bildplatzhalter 3">
            <a:extLst>
              <a:ext uri="{FF2B5EF4-FFF2-40B4-BE49-F238E27FC236}">
                <a16:creationId xmlns:a16="http://schemas.microsoft.com/office/drawing/2014/main" id="{391E00EF-E70B-4755-9BA9-B30DAB88A693}"/>
              </a:ext>
            </a:extLst>
          </p:cNvPr>
          <p:cNvSpPr>
            <a:spLocks noGrp="1"/>
          </p:cNvSpPr>
          <p:nvPr>
            <p:ph type="pic" sz="quarter" idx="20" hasCustomPrompt="1"/>
          </p:nvPr>
        </p:nvSpPr>
        <p:spPr bwMode="gray">
          <a:xfrm>
            <a:off x="6191253" y="1607177"/>
            <a:ext cx="6000747" cy="2493968"/>
          </a:xfrm>
          <a:prstGeom prst="rect">
            <a:avLst/>
          </a:prstGeom>
          <a:solidFill>
            <a:schemeClr val="bg2"/>
          </a:solidFill>
        </p:spPr>
        <p:txBody>
          <a:bodyPr anchor="ctr"/>
          <a:lstStyle>
            <a:lvl1pPr marL="0" indent="0" algn="ctr">
              <a:buNone/>
              <a:defRPr sz="1599">
                <a:solidFill>
                  <a:schemeClr val="tx1"/>
                </a:solidFill>
              </a:defRPr>
            </a:lvl1pPr>
          </a:lstStyle>
          <a:p>
            <a:r>
              <a:rPr lang="en-US" noProof="0"/>
              <a:t>Click to insert Picture</a:t>
            </a:r>
          </a:p>
        </p:txBody>
      </p:sp>
      <p:sp>
        <p:nvSpPr>
          <p:cNvPr id="3" name="Inhaltsplatzhalter 3"/>
          <p:cNvSpPr>
            <a:spLocks noGrp="1"/>
          </p:cNvSpPr>
          <p:nvPr>
            <p:ph sz="quarter" idx="14" hasCustomPrompt="1"/>
          </p:nvPr>
        </p:nvSpPr>
        <p:spPr bwMode="gray">
          <a:xfrm>
            <a:off x="479977" y="1607179"/>
            <a:ext cx="5520775" cy="4515832"/>
          </a:xfrm>
          <a:prstGeom prst="rect">
            <a:avLst/>
          </a:prstGeom>
        </p:spPr>
        <p:txBody>
          <a:bodyPr/>
          <a:lstStyle>
            <a:lvl1pPr marL="380648" indent="-380648">
              <a:buNone/>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10" name="Textplatzhalter 3"/>
          <p:cNvSpPr>
            <a:spLocks noGrp="1"/>
          </p:cNvSpPr>
          <p:nvPr>
            <p:ph type="body" sz="quarter" idx="16" hasCustomPrompt="1"/>
          </p:nvPr>
        </p:nvSpPr>
        <p:spPr bwMode="gray">
          <a:xfrm>
            <a:off x="480000" y="891974"/>
            <a:ext cx="5520751"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3" name="Titel 1"/>
          <p:cNvSpPr>
            <a:spLocks noGrp="1"/>
          </p:cNvSpPr>
          <p:nvPr>
            <p:ph type="title" hasCustomPrompt="1"/>
          </p:nvPr>
        </p:nvSpPr>
        <p:spPr bwMode="gray">
          <a:xfrm>
            <a:off x="480000" y="541900"/>
            <a:ext cx="5520751"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6" name="Fußzeilenplatzhalter 5">
            <a:extLst>
              <a:ext uri="{FF2B5EF4-FFF2-40B4-BE49-F238E27FC236}">
                <a16:creationId xmlns:a16="http://schemas.microsoft.com/office/drawing/2014/main" id="{9AEDF93C-10D1-4329-B277-203E2CD5BAB0}"/>
              </a:ext>
            </a:extLst>
          </p:cNvPr>
          <p:cNvSpPr>
            <a:spLocks noGrp="1"/>
          </p:cNvSpPr>
          <p:nvPr>
            <p:ph type="ftr" sz="quarter" idx="17"/>
          </p:nvPr>
        </p:nvSpPr>
        <p:spPr bwMode="gray"/>
        <p:txBody>
          <a:body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7" name="Foliennummernplatzhalter 6">
            <a:extLst>
              <a:ext uri="{FF2B5EF4-FFF2-40B4-BE49-F238E27FC236}">
                <a16:creationId xmlns:a16="http://schemas.microsoft.com/office/drawing/2014/main" id="{471C7933-3BB6-4722-9ED3-79512DCF4D3D}"/>
              </a:ext>
            </a:extLst>
          </p:cNvPr>
          <p:cNvSpPr>
            <a:spLocks noGrp="1"/>
          </p:cNvSpPr>
          <p:nvPr>
            <p:ph type="sldNum" sz="quarter" idx="18"/>
          </p:nvPr>
        </p:nvSpPr>
        <p:spPr bwMode="gray"/>
        <p:txBody>
          <a:bodyPr/>
          <a:lstStyle/>
          <a:p>
            <a:fld id="{99CC5461-F7F8-834A-A33C-7913089D93E6}" type="slidenum">
              <a:rPr lang="en-US" noProof="0" smtClean="0"/>
              <a:pPr/>
              <a:t>‹Nr.›</a:t>
            </a:fld>
            <a:endParaRPr lang="en-US" noProof="0"/>
          </a:p>
        </p:txBody>
      </p:sp>
      <p:sp>
        <p:nvSpPr>
          <p:cNvPr id="8" name="Bildplatzhalter 3">
            <a:extLst>
              <a:ext uri="{FF2B5EF4-FFF2-40B4-BE49-F238E27FC236}">
                <a16:creationId xmlns:a16="http://schemas.microsoft.com/office/drawing/2014/main" id="{EF578A29-CB17-4FB3-BBDD-FA9F23EFEAE2}"/>
              </a:ext>
            </a:extLst>
          </p:cNvPr>
          <p:cNvSpPr>
            <a:spLocks noGrp="1"/>
          </p:cNvSpPr>
          <p:nvPr>
            <p:ph type="pic" sz="quarter" idx="21" hasCustomPrompt="1"/>
          </p:nvPr>
        </p:nvSpPr>
        <p:spPr bwMode="gray">
          <a:xfrm>
            <a:off x="6191253" y="4364032"/>
            <a:ext cx="6000747" cy="2493968"/>
          </a:xfrm>
          <a:prstGeom prst="rect">
            <a:avLst/>
          </a:prstGeom>
          <a:solidFill>
            <a:schemeClr val="bg2"/>
          </a:solidFill>
        </p:spPr>
        <p:txBody>
          <a:bodyPr anchor="ctr"/>
          <a:lstStyle>
            <a:lvl1pPr marL="0" indent="0" algn="ctr">
              <a:buNone/>
              <a:defRPr sz="1599">
                <a:solidFill>
                  <a:schemeClr val="tx1"/>
                </a:solidFill>
              </a:defRPr>
            </a:lvl1pPr>
          </a:lstStyle>
          <a:p>
            <a:r>
              <a:rPr lang="en-US" noProof="0"/>
              <a:t>Click to insert Picture</a:t>
            </a:r>
          </a:p>
        </p:txBody>
      </p:sp>
    </p:spTree>
    <p:extLst>
      <p:ext uri="{BB962C8B-B14F-4D97-AF65-F5344CB8AC3E}">
        <p14:creationId xmlns:p14="http://schemas.microsoft.com/office/powerpoint/2010/main" val="182725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 subhead. / content left + image / content right">
    <p:bg>
      <p:bgPr>
        <a:solidFill>
          <a:schemeClr val="bg1"/>
        </a:solidFill>
        <a:effectLst/>
      </p:bgPr>
    </p:bg>
    <p:spTree>
      <p:nvGrpSpPr>
        <p:cNvPr id="1" name=""/>
        <p:cNvGrpSpPr/>
        <p:nvPr/>
      </p:nvGrpSpPr>
      <p:grpSpPr>
        <a:xfrm>
          <a:off x="0" y="0"/>
          <a:ext cx="0" cy="0"/>
          <a:chOff x="0" y="0"/>
          <a:chExt cx="0" cy="0"/>
        </a:xfrm>
      </p:grpSpPr>
      <p:sp>
        <p:nvSpPr>
          <p:cNvPr id="2" name="Bildplatzhalter 3"/>
          <p:cNvSpPr>
            <a:spLocks noGrp="1"/>
          </p:cNvSpPr>
          <p:nvPr>
            <p:ph type="pic" sz="quarter" idx="14" hasCustomPrompt="1"/>
          </p:nvPr>
        </p:nvSpPr>
        <p:spPr bwMode="gray">
          <a:xfrm>
            <a:off x="480489" y="4051782"/>
            <a:ext cx="5520261" cy="2070404"/>
          </a:xfrm>
          <a:prstGeom prst="rect">
            <a:avLst/>
          </a:prstGeom>
          <a:solidFill>
            <a:schemeClr val="bg2"/>
          </a:solidFill>
        </p:spPr>
        <p:txBody>
          <a:bodyPr anchor="ctr"/>
          <a:lstStyle>
            <a:lvl1pPr marL="0" indent="0" algn="ctr">
              <a:buNone/>
              <a:defRPr sz="1599">
                <a:solidFill>
                  <a:schemeClr val="tx1"/>
                </a:solidFill>
              </a:defRPr>
            </a:lvl1pPr>
          </a:lstStyle>
          <a:p>
            <a:r>
              <a:rPr lang="en-US" noProof="0"/>
              <a:t>Click to insert Picture</a:t>
            </a:r>
          </a:p>
        </p:txBody>
      </p:sp>
      <p:sp>
        <p:nvSpPr>
          <p:cNvPr id="3" name="Inhaltsplatzhalter 3"/>
          <p:cNvSpPr>
            <a:spLocks noGrp="1"/>
          </p:cNvSpPr>
          <p:nvPr>
            <p:ph sz="quarter" idx="15" hasCustomPrompt="1"/>
          </p:nvPr>
        </p:nvSpPr>
        <p:spPr bwMode="gray">
          <a:xfrm>
            <a:off x="6191254" y="1607179"/>
            <a:ext cx="5522380" cy="4515005"/>
          </a:xfrm>
          <a:prstGeom prst="rect">
            <a:avLst/>
          </a:prstGeom>
        </p:spPr>
        <p:txBody>
          <a:bodyPr/>
          <a:lstStyle>
            <a:lvl1pPr marL="380648" indent="-380648">
              <a:buNone/>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4" name="Inhaltsplatzhalter 3"/>
          <p:cNvSpPr>
            <a:spLocks noGrp="1"/>
          </p:cNvSpPr>
          <p:nvPr>
            <p:ph sz="quarter" idx="16" hasCustomPrompt="1"/>
          </p:nvPr>
        </p:nvSpPr>
        <p:spPr bwMode="gray">
          <a:xfrm>
            <a:off x="480006" y="1607178"/>
            <a:ext cx="5520261" cy="2254279"/>
          </a:xfrm>
          <a:prstGeom prst="rect">
            <a:avLst/>
          </a:prstGeom>
        </p:spPr>
        <p:txBody>
          <a:bodyPr/>
          <a:lstStyle>
            <a:lvl1pPr marL="380648" indent="-380648">
              <a:buNone/>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11" name="Textplatzhalter 3"/>
          <p:cNvSpPr>
            <a:spLocks noGrp="1"/>
          </p:cNvSpPr>
          <p:nvPr>
            <p:ph type="body" sz="quarter" idx="17"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6"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5" name="Fußzeilenplatzhalter 4">
            <a:extLst>
              <a:ext uri="{FF2B5EF4-FFF2-40B4-BE49-F238E27FC236}">
                <a16:creationId xmlns:a16="http://schemas.microsoft.com/office/drawing/2014/main" id="{23F6DD75-8EBB-4F68-BCFD-0B9F87BD8D16}"/>
              </a:ext>
            </a:extLst>
          </p:cNvPr>
          <p:cNvSpPr>
            <a:spLocks noGrp="1"/>
          </p:cNvSpPr>
          <p:nvPr>
            <p:ph type="ftr" sz="quarter" idx="18"/>
          </p:nvPr>
        </p:nvSpPr>
        <p:spPr bwMode="gray"/>
        <p:txBody>
          <a:bodyPr/>
          <a:lstStyle/>
          <a:p>
            <a:r>
              <a:rPr lang="en-US" noProof="0">
                <a:latin typeface="Arial" panose="020B0604020202020204" pitchFamily="34" charset="0"/>
              </a:rPr>
              <a:t>LIKE Learn Development - Results - Stephanie Heim / Alexandra Mertel</a:t>
            </a:r>
          </a:p>
        </p:txBody>
      </p:sp>
      <p:sp>
        <p:nvSpPr>
          <p:cNvPr id="6" name="Foliennummernplatzhalter 5">
            <a:extLst>
              <a:ext uri="{FF2B5EF4-FFF2-40B4-BE49-F238E27FC236}">
                <a16:creationId xmlns:a16="http://schemas.microsoft.com/office/drawing/2014/main" id="{2C301448-3486-4D04-BABA-6954C16BED39}"/>
              </a:ext>
            </a:extLst>
          </p:cNvPr>
          <p:cNvSpPr>
            <a:spLocks noGrp="1"/>
          </p:cNvSpPr>
          <p:nvPr>
            <p:ph type="sldNum" sz="quarter" idx="19"/>
          </p:nvPr>
        </p:nvSpPr>
        <p:spPr bwMode="gray"/>
        <p:txBody>
          <a:bodyPr/>
          <a:lstStyle/>
          <a:p>
            <a:fld id="{99CC5461-F7F8-834A-A33C-7913089D93E6}" type="slidenum">
              <a:rPr lang="en-US" noProof="0" smtClean="0"/>
              <a:pPr/>
              <a:t>‹Nr.›</a:t>
            </a:fld>
            <a:endParaRPr lang="en-US" noProof="0"/>
          </a:p>
        </p:txBody>
      </p:sp>
      <p:graphicFrame>
        <p:nvGraphicFramePr>
          <p:cNvPr id="9" name="Objekt 8" hidden="1">
            <a:extLst>
              <a:ext uri="{FF2B5EF4-FFF2-40B4-BE49-F238E27FC236}">
                <a16:creationId xmlns:a16="http://schemas.microsoft.com/office/drawing/2014/main" id="{65DE0DCC-86B8-4043-B7CB-4D2C893136F7}"/>
              </a:ext>
            </a:extLst>
          </p:cNvPr>
          <p:cNvGraphicFramePr>
            <a:graphicFrameLocks noChangeAspect="1"/>
          </p:cNvGraphicFramePr>
          <p:nvPr userDrawn="1">
            <p:custDataLst>
              <p:tags r:id="rId1"/>
            </p:custDataLst>
            <p:extLst>
              <p:ext uri="{D42A27DB-BD31-4B8C-83A1-F6EECF244321}">
                <p14:modId xmlns:p14="http://schemas.microsoft.com/office/powerpoint/2010/main" val="3363257871"/>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9" name="Objekt 8" hidden="1">
                        <a:extLst>
                          <a:ext uri="{FF2B5EF4-FFF2-40B4-BE49-F238E27FC236}">
                            <a16:creationId xmlns:a16="http://schemas.microsoft.com/office/drawing/2014/main" id="{65DE0DCC-86B8-4043-B7CB-4D2C893136F7}"/>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1586539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 subhead. / content top + below left + right">
    <p:bg>
      <p:bgPr>
        <a:solidFill>
          <a:schemeClr val="bg1"/>
        </a:solidFill>
        <a:effectLst/>
      </p:bgPr>
    </p:bg>
    <p:spTree>
      <p:nvGrpSpPr>
        <p:cNvPr id="1" name=""/>
        <p:cNvGrpSpPr/>
        <p:nvPr/>
      </p:nvGrpSpPr>
      <p:grpSpPr>
        <a:xfrm>
          <a:off x="0" y="0"/>
          <a:ext cx="0" cy="0"/>
          <a:chOff x="0" y="0"/>
          <a:chExt cx="0" cy="0"/>
        </a:xfrm>
      </p:grpSpPr>
      <p:sp>
        <p:nvSpPr>
          <p:cNvPr id="2" name="Inhaltsplatzhalter 3"/>
          <p:cNvSpPr>
            <a:spLocks noGrp="1"/>
          </p:cNvSpPr>
          <p:nvPr>
            <p:ph sz="quarter" idx="15" hasCustomPrompt="1"/>
          </p:nvPr>
        </p:nvSpPr>
        <p:spPr bwMode="gray">
          <a:xfrm>
            <a:off x="6191249" y="3390309"/>
            <a:ext cx="5522384" cy="2725428"/>
          </a:xfrm>
          <a:prstGeom prst="rect">
            <a:avLst/>
          </a:prstGeom>
        </p:spPr>
        <p:txBody>
          <a:bodyPr/>
          <a:lstStyle>
            <a:lvl1pPr marL="380648" indent="-380648">
              <a:buNone/>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3" name="Inhaltsplatzhalter 3"/>
          <p:cNvSpPr>
            <a:spLocks noGrp="1"/>
          </p:cNvSpPr>
          <p:nvPr>
            <p:ph sz="quarter" idx="16" hasCustomPrompt="1"/>
          </p:nvPr>
        </p:nvSpPr>
        <p:spPr bwMode="gray">
          <a:xfrm>
            <a:off x="478368" y="1607179"/>
            <a:ext cx="11233659" cy="1591308"/>
          </a:xfrm>
          <a:prstGeom prst="rect">
            <a:avLst/>
          </a:prstGeom>
        </p:spPr>
        <p:txBody>
          <a:bodyPr/>
          <a:lstStyle>
            <a:lvl1pPr marL="380648" indent="-380648">
              <a:buNone/>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p:txBody>
      </p:sp>
      <p:sp>
        <p:nvSpPr>
          <p:cNvPr id="4" name="Inhaltsplatzhalter 3"/>
          <p:cNvSpPr>
            <a:spLocks noGrp="1"/>
          </p:cNvSpPr>
          <p:nvPr>
            <p:ph sz="quarter" idx="17" hasCustomPrompt="1"/>
          </p:nvPr>
        </p:nvSpPr>
        <p:spPr bwMode="gray">
          <a:xfrm>
            <a:off x="478367" y="3390309"/>
            <a:ext cx="5522384" cy="2725428"/>
          </a:xfrm>
          <a:prstGeom prst="rect">
            <a:avLst/>
          </a:prstGeom>
        </p:spPr>
        <p:txBody>
          <a:bodyPr/>
          <a:lstStyle>
            <a:lvl1pPr marL="380648" indent="-380648">
              <a:buNone/>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buClr>
                <a:srgbClr val="A00020"/>
              </a:buCl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11"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4"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5" name="Fußzeilenplatzhalter 4">
            <a:extLst>
              <a:ext uri="{FF2B5EF4-FFF2-40B4-BE49-F238E27FC236}">
                <a16:creationId xmlns:a16="http://schemas.microsoft.com/office/drawing/2014/main" id="{E7655904-3C7E-4BD9-95A4-5142A05E496B}"/>
              </a:ext>
            </a:extLst>
          </p:cNvPr>
          <p:cNvSpPr>
            <a:spLocks noGrp="1"/>
          </p:cNvSpPr>
          <p:nvPr>
            <p:ph type="ftr" sz="quarter" idx="18"/>
          </p:nvPr>
        </p:nvSpPr>
        <p:spPr bwMode="gray"/>
        <p:txBody>
          <a:bodyPr/>
          <a:lstStyle/>
          <a:p>
            <a:r>
              <a:rPr lang="en-US" noProof="0">
                <a:latin typeface="Arial" panose="020B0604020202020204" pitchFamily="34" charset="0"/>
              </a:rPr>
              <a:t>LIKE Learn Development - Results - Stephanie Heim / Alexandra Mertel</a:t>
            </a:r>
          </a:p>
        </p:txBody>
      </p:sp>
      <p:sp>
        <p:nvSpPr>
          <p:cNvPr id="6" name="Foliennummernplatzhalter 5">
            <a:extLst>
              <a:ext uri="{FF2B5EF4-FFF2-40B4-BE49-F238E27FC236}">
                <a16:creationId xmlns:a16="http://schemas.microsoft.com/office/drawing/2014/main" id="{6CF2417C-F0B6-44CB-88D1-7AB10B091B33}"/>
              </a:ext>
            </a:extLst>
          </p:cNvPr>
          <p:cNvSpPr>
            <a:spLocks noGrp="1"/>
          </p:cNvSpPr>
          <p:nvPr>
            <p:ph type="sldNum" sz="quarter" idx="19"/>
          </p:nvPr>
        </p:nvSpPr>
        <p:spPr bwMode="gray"/>
        <p:txBody>
          <a:bodyPr/>
          <a:lstStyle/>
          <a:p>
            <a:fld id="{99CC5461-F7F8-834A-A33C-7913089D93E6}" type="slidenum">
              <a:rPr lang="en-US" noProof="0" smtClean="0"/>
              <a:pPr/>
              <a:t>‹Nr.›</a:t>
            </a:fld>
            <a:endParaRPr lang="en-US" noProof="0"/>
          </a:p>
        </p:txBody>
      </p:sp>
      <p:graphicFrame>
        <p:nvGraphicFramePr>
          <p:cNvPr id="9" name="Objekt 8" hidden="1">
            <a:extLst>
              <a:ext uri="{FF2B5EF4-FFF2-40B4-BE49-F238E27FC236}">
                <a16:creationId xmlns:a16="http://schemas.microsoft.com/office/drawing/2014/main" id="{F17DC86D-9771-4725-A247-225DB6C047B5}"/>
              </a:ext>
            </a:extLst>
          </p:cNvPr>
          <p:cNvGraphicFramePr>
            <a:graphicFrameLocks noChangeAspect="1"/>
          </p:cNvGraphicFramePr>
          <p:nvPr userDrawn="1">
            <p:custDataLst>
              <p:tags r:id="rId1"/>
            </p:custDataLst>
            <p:extLst>
              <p:ext uri="{D42A27DB-BD31-4B8C-83A1-F6EECF244321}">
                <p14:modId xmlns:p14="http://schemas.microsoft.com/office/powerpoint/2010/main" val="202264743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9" name="Objekt 8" hidden="1">
                        <a:extLst>
                          <a:ext uri="{FF2B5EF4-FFF2-40B4-BE49-F238E27FC236}">
                            <a16:creationId xmlns:a16="http://schemas.microsoft.com/office/drawing/2014/main" id="{F17DC86D-9771-4725-A247-225DB6C047B5}"/>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2171055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 subhead. / content top + picture below">
    <p:bg>
      <p:bgPr>
        <a:solidFill>
          <a:schemeClr val="bg1"/>
        </a:solidFill>
        <a:effectLst/>
      </p:bgPr>
    </p:bg>
    <p:spTree>
      <p:nvGrpSpPr>
        <p:cNvPr id="1" name=""/>
        <p:cNvGrpSpPr/>
        <p:nvPr/>
      </p:nvGrpSpPr>
      <p:grpSpPr>
        <a:xfrm>
          <a:off x="0" y="0"/>
          <a:ext cx="0" cy="0"/>
          <a:chOff x="0" y="0"/>
          <a:chExt cx="0" cy="0"/>
        </a:xfrm>
      </p:grpSpPr>
      <p:sp>
        <p:nvSpPr>
          <p:cNvPr id="10" name="Bildplatzhalter 3">
            <a:extLst>
              <a:ext uri="{FF2B5EF4-FFF2-40B4-BE49-F238E27FC236}">
                <a16:creationId xmlns:a16="http://schemas.microsoft.com/office/drawing/2014/main" id="{4E37C8EA-9E22-4A15-B10E-9DBD1A4751DC}"/>
              </a:ext>
            </a:extLst>
          </p:cNvPr>
          <p:cNvSpPr>
            <a:spLocks noGrp="1"/>
          </p:cNvSpPr>
          <p:nvPr>
            <p:ph type="pic" sz="quarter" idx="20" hasCustomPrompt="1"/>
          </p:nvPr>
        </p:nvSpPr>
        <p:spPr bwMode="gray">
          <a:xfrm>
            <a:off x="0" y="3524922"/>
            <a:ext cx="12192000" cy="3333079"/>
          </a:xfrm>
          <a:prstGeom prst="rect">
            <a:avLst/>
          </a:prstGeom>
          <a:solidFill>
            <a:schemeClr val="bg2"/>
          </a:solidFill>
        </p:spPr>
        <p:txBody>
          <a:bodyPr anchor="ctr"/>
          <a:lstStyle>
            <a:lvl1pPr marL="0" indent="0" algn="ctr">
              <a:buNone/>
              <a:defRPr sz="1599">
                <a:solidFill>
                  <a:schemeClr val="tx1"/>
                </a:solidFill>
              </a:defRPr>
            </a:lvl1pPr>
          </a:lstStyle>
          <a:p>
            <a:r>
              <a:rPr lang="en-US" noProof="0"/>
              <a:t>Click to insert Picture</a:t>
            </a:r>
          </a:p>
        </p:txBody>
      </p:sp>
      <p:sp>
        <p:nvSpPr>
          <p:cNvPr id="3" name="Inhaltsplatzhalter 3"/>
          <p:cNvSpPr>
            <a:spLocks noGrp="1"/>
          </p:cNvSpPr>
          <p:nvPr>
            <p:ph sz="quarter" idx="16" hasCustomPrompt="1"/>
          </p:nvPr>
        </p:nvSpPr>
        <p:spPr bwMode="gray">
          <a:xfrm>
            <a:off x="478368" y="1607178"/>
            <a:ext cx="11233659" cy="1821821"/>
          </a:xfrm>
          <a:prstGeom prst="rect">
            <a:avLst/>
          </a:prstGeom>
        </p:spPr>
        <p:txBody>
          <a:bodyPr/>
          <a:lstStyle>
            <a:lvl1pPr marL="380648" indent="-380648">
              <a:buNone/>
              <a:defRPr>
                <a:solidFill>
                  <a:schemeClr val="tx1"/>
                </a:solidFill>
              </a:defRPr>
            </a:lvl1pPr>
            <a:lvl2pPr>
              <a:buClr>
                <a:srgbClr val="A00020"/>
              </a:buCl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a:buClr>
                <a:srgbClr val="A00020"/>
              </a:buClr>
              <a:defRPr>
                <a:solidFill>
                  <a:schemeClr val="tx1"/>
                </a:solidFill>
              </a:defRPr>
            </a:lvl3pPr>
            <a:lvl4pPr>
              <a:buClr>
                <a:srgbClr val="A00020"/>
              </a:buClr>
              <a:defRPr>
                <a:solidFill>
                  <a:schemeClr val="tx1"/>
                </a:solidFill>
              </a:defRPr>
            </a:lvl4pPr>
            <a:lvl5pPr>
              <a:defRPr>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p:txBody>
      </p:sp>
      <p:sp>
        <p:nvSpPr>
          <p:cNvPr id="11"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4"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5" name="Fußzeilenplatzhalter 4">
            <a:extLst>
              <a:ext uri="{FF2B5EF4-FFF2-40B4-BE49-F238E27FC236}">
                <a16:creationId xmlns:a16="http://schemas.microsoft.com/office/drawing/2014/main" id="{E7655904-3C7E-4BD9-95A4-5142A05E496B}"/>
              </a:ext>
            </a:extLst>
          </p:cNvPr>
          <p:cNvSpPr>
            <a:spLocks noGrp="1"/>
          </p:cNvSpPr>
          <p:nvPr>
            <p:ph type="ftr" sz="quarter" idx="18"/>
          </p:nvPr>
        </p:nvSpPr>
        <p:spPr bwMode="gray"/>
        <p:txBody>
          <a:bodyPr/>
          <a:lstStyle/>
          <a:p>
            <a:r>
              <a:rPr lang="en-US" noProof="0"/>
              <a:t>LIKE Learn Development - Results - Stephanie Heim / Alexandra Mertel</a:t>
            </a:r>
          </a:p>
        </p:txBody>
      </p:sp>
      <p:sp>
        <p:nvSpPr>
          <p:cNvPr id="6" name="Foliennummernplatzhalter 5">
            <a:extLst>
              <a:ext uri="{FF2B5EF4-FFF2-40B4-BE49-F238E27FC236}">
                <a16:creationId xmlns:a16="http://schemas.microsoft.com/office/drawing/2014/main" id="{6CF2417C-F0B6-44CB-88D1-7AB10B091B33}"/>
              </a:ext>
            </a:extLst>
          </p:cNvPr>
          <p:cNvSpPr>
            <a:spLocks noGrp="1"/>
          </p:cNvSpPr>
          <p:nvPr>
            <p:ph type="sldNum" sz="quarter" idx="19"/>
          </p:nvPr>
        </p:nvSpPr>
        <p:spPr bwMode="gray"/>
        <p:txBody>
          <a:bodyPr/>
          <a:lstStyle/>
          <a:p>
            <a:fld id="{99CC5461-F7F8-834A-A33C-7913089D93E6}" type="slidenum">
              <a:rPr lang="en-US" noProof="0" smtClean="0"/>
              <a:pPr/>
              <a:t>‹Nr.›</a:t>
            </a:fld>
            <a:endParaRPr lang="en-US" noProof="0"/>
          </a:p>
        </p:txBody>
      </p:sp>
    </p:spTree>
    <p:extLst>
      <p:ext uri="{BB962C8B-B14F-4D97-AF65-F5344CB8AC3E}">
        <p14:creationId xmlns:p14="http://schemas.microsoft.com/office/powerpoint/2010/main" val="1076614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Only title + subhea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009150337"/>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Slide" r:id="rId4" imgW="409" imgH="414" progId="TCLayout.ActiveDocument.1">
                  <p:embed/>
                </p:oleObj>
              </mc:Choice>
              <mc:Fallback>
                <p:oleObj name="think-cell Slide" r:id="rId4" imgW="409" imgH="414" progId="TCLayout.ActiveDocument.1">
                  <p:embed/>
                  <p:pic>
                    <p:nvPicPr>
                      <p:cNvPr id="2" name="Object 1" hidden="1"/>
                      <p:cNvPicPr/>
                      <p:nvPr/>
                    </p:nvPicPr>
                    <p:blipFill>
                      <a:blip r:embed="rId5"/>
                      <a:stretch>
                        <a:fillRect/>
                      </a:stretch>
                    </p:blipFill>
                    <p:spPr>
                      <a:xfrm>
                        <a:off x="2119" y="2116"/>
                        <a:ext cx="2116" cy="2115"/>
                      </a:xfrm>
                      <a:prstGeom prst="rect">
                        <a:avLst/>
                      </a:prstGeom>
                    </p:spPr>
                  </p:pic>
                </p:oleObj>
              </mc:Fallback>
            </mc:AlternateContent>
          </a:graphicData>
        </a:graphic>
      </p:graphicFrame>
      <p:sp>
        <p:nvSpPr>
          <p:cNvPr id="11"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7"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3" name="Fußzeilenplatzhalter 2">
            <a:extLst>
              <a:ext uri="{FF2B5EF4-FFF2-40B4-BE49-F238E27FC236}">
                <a16:creationId xmlns:a16="http://schemas.microsoft.com/office/drawing/2014/main" id="{7B16DA8C-696E-4143-881A-477ED6059A1F}"/>
              </a:ext>
            </a:extLst>
          </p:cNvPr>
          <p:cNvSpPr>
            <a:spLocks noGrp="1"/>
          </p:cNvSpPr>
          <p:nvPr>
            <p:ph type="ftr" sz="quarter" idx="15"/>
          </p:nvPr>
        </p:nvSpPr>
        <p:spPr bwMode="gray"/>
        <p:txBody>
          <a:bodyPr/>
          <a:lstStyle/>
          <a:p>
            <a:r>
              <a:rPr lang="en-US" noProof="0">
                <a:latin typeface="Arial" panose="020B0604020202020204" pitchFamily="34" charset="0"/>
              </a:rPr>
              <a:t>LIKE Learn Development - Results - Stephanie Heim / Alexandra Mertel</a:t>
            </a:r>
          </a:p>
        </p:txBody>
      </p:sp>
      <p:sp>
        <p:nvSpPr>
          <p:cNvPr id="4" name="Foliennummernplatzhalter 3">
            <a:extLst>
              <a:ext uri="{FF2B5EF4-FFF2-40B4-BE49-F238E27FC236}">
                <a16:creationId xmlns:a16="http://schemas.microsoft.com/office/drawing/2014/main" id="{F3943156-798D-49DD-A3CD-5A7370B484BB}"/>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graphicFrame>
        <p:nvGraphicFramePr>
          <p:cNvPr id="8" name="Objekt 7" hidden="1">
            <a:extLst>
              <a:ext uri="{FF2B5EF4-FFF2-40B4-BE49-F238E27FC236}">
                <a16:creationId xmlns:a16="http://schemas.microsoft.com/office/drawing/2014/main" id="{037B7818-E0DC-4C29-9AF3-5CF480632F76}"/>
              </a:ext>
            </a:extLst>
          </p:cNvPr>
          <p:cNvGraphicFramePr>
            <a:graphicFrameLocks noChangeAspect="1"/>
          </p:cNvGraphicFramePr>
          <p:nvPr userDrawn="1">
            <p:custDataLst>
              <p:tags r:id="rId2"/>
            </p:custDataLst>
            <p:extLst>
              <p:ext uri="{D42A27DB-BD31-4B8C-83A1-F6EECF244321}">
                <p14:modId xmlns:p14="http://schemas.microsoft.com/office/powerpoint/2010/main" val="120428291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6" imgW="413" imgH="414" progId="TCLayout.ActiveDocument.1">
                  <p:embed/>
                </p:oleObj>
              </mc:Choice>
              <mc:Fallback>
                <p:oleObj name="think-cell Folie" r:id="rId6" imgW="413" imgH="414" progId="TCLayout.ActiveDocument.1">
                  <p:embed/>
                  <p:pic>
                    <p:nvPicPr>
                      <p:cNvPr id="8" name="Objekt 7" hidden="1">
                        <a:extLst>
                          <a:ext uri="{FF2B5EF4-FFF2-40B4-BE49-F238E27FC236}">
                            <a16:creationId xmlns:a16="http://schemas.microsoft.com/office/drawing/2014/main" id="{037B7818-E0DC-4C29-9AF3-5CF480632F76}"/>
                          </a:ext>
                        </a:extLst>
                      </p:cNvPr>
                      <p:cNvPicPr/>
                      <p:nvPr/>
                    </p:nvPicPr>
                    <p:blipFill>
                      <a:blip r:embed="rId7"/>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258425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 subhead. / full picture">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extLst>
              <p:ext uri="{D42A27DB-BD31-4B8C-83A1-F6EECF244321}">
                <p14:modId xmlns:p14="http://schemas.microsoft.com/office/powerpoint/2010/main" val="205883283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Slide" r:id="rId4" imgW="410" imgH="419" progId="TCLayout.ActiveDocument.1">
                  <p:embed/>
                </p:oleObj>
              </mc:Choice>
              <mc:Fallback>
                <p:oleObj name="think-cell Slide" r:id="rId4" imgW="410" imgH="419" progId="TCLayout.ActiveDocument.1">
                  <p:embed/>
                  <p:pic>
                    <p:nvPicPr>
                      <p:cNvPr id="2" name="Objekt 1" hidden="1"/>
                      <p:cNvPicPr/>
                      <p:nvPr/>
                    </p:nvPicPr>
                    <p:blipFill>
                      <a:blip r:embed="rId5"/>
                      <a:stretch>
                        <a:fillRect/>
                      </a:stretch>
                    </p:blipFill>
                    <p:spPr>
                      <a:xfrm>
                        <a:off x="2119" y="2116"/>
                        <a:ext cx="2116" cy="2115"/>
                      </a:xfrm>
                      <a:prstGeom prst="rect">
                        <a:avLst/>
                      </a:prstGeom>
                    </p:spPr>
                  </p:pic>
                </p:oleObj>
              </mc:Fallback>
            </mc:AlternateContent>
          </a:graphicData>
        </a:graphic>
      </p:graphicFrame>
      <p:sp>
        <p:nvSpPr>
          <p:cNvPr id="6" name="Bildplatzhalter 3"/>
          <p:cNvSpPr>
            <a:spLocks noGrp="1"/>
          </p:cNvSpPr>
          <p:nvPr>
            <p:ph type="pic" sz="quarter" idx="13" hasCustomPrompt="1"/>
          </p:nvPr>
        </p:nvSpPr>
        <p:spPr bwMode="gray">
          <a:xfrm>
            <a:off x="0" y="1607178"/>
            <a:ext cx="12192000" cy="5250821"/>
          </a:xfrm>
          <a:prstGeom prst="rect">
            <a:avLst/>
          </a:prstGeom>
          <a:solidFill>
            <a:schemeClr val="bg2"/>
          </a:solidFill>
        </p:spPr>
        <p:txBody>
          <a:bodyPr anchor="ctr"/>
          <a:lstStyle>
            <a:lvl1pPr marL="0" indent="0" algn="ctr">
              <a:buNone/>
              <a:defRPr sz="1599" b="0">
                <a:solidFill>
                  <a:schemeClr val="tx1"/>
                </a:solidFill>
              </a:defRPr>
            </a:lvl1pPr>
          </a:lstStyle>
          <a:p>
            <a:r>
              <a:rPr lang="en-US" noProof="0"/>
              <a:t>Click to insert Picture</a:t>
            </a:r>
          </a:p>
        </p:txBody>
      </p:sp>
      <p:sp>
        <p:nvSpPr>
          <p:cNvPr id="26"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1"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3" name="Fußzeilenplatzhalter 2">
            <a:extLst>
              <a:ext uri="{FF2B5EF4-FFF2-40B4-BE49-F238E27FC236}">
                <a16:creationId xmlns:a16="http://schemas.microsoft.com/office/drawing/2014/main" id="{400DFF15-D7F3-4BE7-AEEB-55E258A1AF59}"/>
              </a:ext>
            </a:extLst>
          </p:cNvPr>
          <p:cNvSpPr>
            <a:spLocks noGrp="1"/>
          </p:cNvSpPr>
          <p:nvPr>
            <p:ph type="ftr" sz="quarter" idx="15"/>
          </p:nvPr>
        </p:nvSpPr>
        <p:spPr bwMode="gray"/>
        <p:txBody>
          <a:bodyPr/>
          <a:lstStyle/>
          <a:p>
            <a:r>
              <a:rPr lang="en-US" noProof="0">
                <a:latin typeface="Arial" panose="020B0604020202020204" pitchFamily="34" charset="0"/>
              </a:rPr>
              <a:t>LIKE Learn Development - Results - Stephanie Heim / Alexandra Mertel</a:t>
            </a:r>
          </a:p>
        </p:txBody>
      </p:sp>
      <p:sp>
        <p:nvSpPr>
          <p:cNvPr id="5" name="Foliennummernplatzhalter 4">
            <a:extLst>
              <a:ext uri="{FF2B5EF4-FFF2-40B4-BE49-F238E27FC236}">
                <a16:creationId xmlns:a16="http://schemas.microsoft.com/office/drawing/2014/main" id="{F700A0B6-D7E3-42BB-998A-C3B975C57672}"/>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graphicFrame>
        <p:nvGraphicFramePr>
          <p:cNvPr id="8" name="Objekt 7" hidden="1">
            <a:extLst>
              <a:ext uri="{FF2B5EF4-FFF2-40B4-BE49-F238E27FC236}">
                <a16:creationId xmlns:a16="http://schemas.microsoft.com/office/drawing/2014/main" id="{5F54D172-9B29-4099-A08F-D919E8FBA0DE}"/>
              </a:ext>
            </a:extLst>
          </p:cNvPr>
          <p:cNvGraphicFramePr>
            <a:graphicFrameLocks noChangeAspect="1"/>
          </p:cNvGraphicFramePr>
          <p:nvPr userDrawn="1">
            <p:custDataLst>
              <p:tags r:id="rId2"/>
            </p:custDataLst>
            <p:extLst>
              <p:ext uri="{D42A27DB-BD31-4B8C-83A1-F6EECF244321}">
                <p14:modId xmlns:p14="http://schemas.microsoft.com/office/powerpoint/2010/main" val="1092976340"/>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6" imgW="413" imgH="414" progId="TCLayout.ActiveDocument.1">
                  <p:embed/>
                </p:oleObj>
              </mc:Choice>
              <mc:Fallback>
                <p:oleObj name="think-cell Folie" r:id="rId6" imgW="413" imgH="414" progId="TCLayout.ActiveDocument.1">
                  <p:embed/>
                  <p:pic>
                    <p:nvPicPr>
                      <p:cNvPr id="8" name="Objekt 7" hidden="1">
                        <a:extLst>
                          <a:ext uri="{FF2B5EF4-FFF2-40B4-BE49-F238E27FC236}">
                            <a16:creationId xmlns:a16="http://schemas.microsoft.com/office/drawing/2014/main" id="{5F54D172-9B29-4099-A08F-D919E8FBA0DE}"/>
                          </a:ext>
                        </a:extLst>
                      </p:cNvPr>
                      <p:cNvPicPr/>
                      <p:nvPr/>
                    </p:nvPicPr>
                    <p:blipFill>
                      <a:blip r:embed="rId7"/>
                      <a:stretch>
                        <a:fillRect/>
                      </a:stretch>
                    </p:blipFill>
                    <p:spPr>
                      <a:xfrm>
                        <a:off x="2119" y="2116"/>
                        <a:ext cx="2116" cy="2115"/>
                      </a:xfrm>
                      <a:prstGeom prst="rect">
                        <a:avLst/>
                      </a:prstGeom>
                    </p:spPr>
                  </p:pic>
                </p:oleObj>
              </mc:Fallback>
            </mc:AlternateContent>
          </a:graphicData>
        </a:graphic>
      </p:graphicFrame>
      <p:sp>
        <p:nvSpPr>
          <p:cNvPr id="9" name="Rectangle 6">
            <a:extLst>
              <a:ext uri="{FF2B5EF4-FFF2-40B4-BE49-F238E27FC236}">
                <a16:creationId xmlns:a16="http://schemas.microsoft.com/office/drawing/2014/main" id="{339E0862-266F-4578-8B5E-FD421CEC9385}"/>
              </a:ext>
            </a:extLst>
          </p:cNvPr>
          <p:cNvSpPr txBox="1">
            <a:spLocks noChangeArrowheads="1"/>
          </p:cNvSpPr>
          <p:nvPr userDrawn="1"/>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de-DE"/>
            </a:defPPr>
            <a:lvl1pPr marL="0" algn="l" defTabSz="841381" rtl="0" eaLnBrk="1" latinLnBrk="0" hangingPunct="1">
              <a:spcBef>
                <a:spcPct val="0"/>
              </a:spcBef>
              <a:defRPr sz="700" b="1" kern="1200">
                <a:solidFill>
                  <a:schemeClr val="tx1"/>
                </a:solidFill>
                <a:latin typeface="Arial" panose="020B0604020202020204" pitchFamily="34" charset="0"/>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fld id="{99CC5461-F7F8-834A-A33C-7913089D93E6}" type="slidenum">
              <a:rPr lang="en-US" sz="932" noProof="0" smtClean="0">
                <a:solidFill>
                  <a:schemeClr val="tx1"/>
                </a:solidFill>
              </a:rPr>
              <a:pPr/>
              <a:t>‹Nr.›</a:t>
            </a:fld>
            <a:endParaRPr lang="en-US" sz="932" noProof="0">
              <a:solidFill>
                <a:schemeClr val="tx1"/>
              </a:solidFill>
            </a:endParaRPr>
          </a:p>
        </p:txBody>
      </p:sp>
      <p:pic>
        <p:nvPicPr>
          <p:cNvPr id="10" name="Grafik 9">
            <a:extLst>
              <a:ext uri="{FF2B5EF4-FFF2-40B4-BE49-F238E27FC236}">
                <a16:creationId xmlns:a16="http://schemas.microsoft.com/office/drawing/2014/main" id="{3019874F-1F08-46A3-888C-79C47394A717}"/>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10350502" y="358962"/>
            <a:ext cx="1361017" cy="815951"/>
          </a:xfrm>
          <a:prstGeom prst="rect">
            <a:avLst/>
          </a:prstGeom>
        </p:spPr>
      </p:pic>
    </p:spTree>
    <p:extLst>
      <p:ext uri="{BB962C8B-B14F-4D97-AF65-F5344CB8AC3E}">
        <p14:creationId xmlns:p14="http://schemas.microsoft.com/office/powerpoint/2010/main" val="510365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 picture">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1"/>
            </p:custDataLst>
            <p:extLst>
              <p:ext uri="{D42A27DB-BD31-4B8C-83A1-F6EECF244321}">
                <p14:modId xmlns:p14="http://schemas.microsoft.com/office/powerpoint/2010/main" val="945988001"/>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Slide" r:id="rId4" imgW="410" imgH="419" progId="TCLayout.ActiveDocument.1">
                  <p:embed/>
                </p:oleObj>
              </mc:Choice>
              <mc:Fallback>
                <p:oleObj name="think-cell Slide" r:id="rId4" imgW="410" imgH="419" progId="TCLayout.ActiveDocument.1">
                  <p:embed/>
                  <p:pic>
                    <p:nvPicPr>
                      <p:cNvPr id="2" name="Objekt 1" hidden="1"/>
                      <p:cNvPicPr/>
                      <p:nvPr/>
                    </p:nvPicPr>
                    <p:blipFill>
                      <a:blip r:embed="rId5"/>
                      <a:stretch>
                        <a:fillRect/>
                      </a:stretch>
                    </p:blipFill>
                    <p:spPr>
                      <a:xfrm>
                        <a:off x="2119" y="2116"/>
                        <a:ext cx="2116" cy="2115"/>
                      </a:xfrm>
                      <a:prstGeom prst="rect">
                        <a:avLst/>
                      </a:prstGeom>
                    </p:spPr>
                  </p:pic>
                </p:oleObj>
              </mc:Fallback>
            </mc:AlternateContent>
          </a:graphicData>
        </a:graphic>
      </p:graphicFrame>
      <p:sp>
        <p:nvSpPr>
          <p:cNvPr id="6" name="Bildplatzhalter 3"/>
          <p:cNvSpPr>
            <a:spLocks noGrp="1"/>
          </p:cNvSpPr>
          <p:nvPr>
            <p:ph type="pic" sz="quarter" idx="13" hasCustomPrompt="1"/>
          </p:nvPr>
        </p:nvSpPr>
        <p:spPr bwMode="gray">
          <a:xfrm>
            <a:off x="0" y="0"/>
            <a:ext cx="12192000" cy="6858000"/>
          </a:xfrm>
          <a:prstGeom prst="rect">
            <a:avLst/>
          </a:prstGeom>
          <a:solidFill>
            <a:schemeClr val="bg2"/>
          </a:solidFill>
        </p:spPr>
        <p:txBody>
          <a:bodyPr anchor="ctr"/>
          <a:lstStyle>
            <a:lvl1pPr marL="0" indent="0" algn="ctr">
              <a:buNone/>
              <a:defRPr sz="1599" b="0">
                <a:solidFill>
                  <a:schemeClr val="tx1"/>
                </a:solidFill>
              </a:defRPr>
            </a:lvl1pPr>
          </a:lstStyle>
          <a:p>
            <a:r>
              <a:rPr lang="en-US" noProof="0"/>
              <a:t>Click to insert Picture</a:t>
            </a:r>
          </a:p>
        </p:txBody>
      </p:sp>
      <p:sp>
        <p:nvSpPr>
          <p:cNvPr id="3" name="Fußzeilenplatzhalter 2">
            <a:extLst>
              <a:ext uri="{FF2B5EF4-FFF2-40B4-BE49-F238E27FC236}">
                <a16:creationId xmlns:a16="http://schemas.microsoft.com/office/drawing/2014/main" id="{400DFF15-D7F3-4BE7-AEEB-55E258A1AF59}"/>
              </a:ext>
            </a:extLst>
          </p:cNvPr>
          <p:cNvSpPr>
            <a:spLocks noGrp="1"/>
          </p:cNvSpPr>
          <p:nvPr>
            <p:ph type="ftr" sz="quarter" idx="15"/>
          </p:nvPr>
        </p:nvSpPr>
        <p:spPr bwMode="gray"/>
        <p:txBody>
          <a:bodyPr/>
          <a:lstStyle/>
          <a:p>
            <a:r>
              <a:rPr lang="en-US" noProof="0"/>
              <a:t>LIKE Learn Development - Results - Stephanie Heim / Alexandra Mertel</a:t>
            </a:r>
          </a:p>
        </p:txBody>
      </p:sp>
      <p:sp>
        <p:nvSpPr>
          <p:cNvPr id="5" name="Foliennummernplatzhalter 4">
            <a:extLst>
              <a:ext uri="{FF2B5EF4-FFF2-40B4-BE49-F238E27FC236}">
                <a16:creationId xmlns:a16="http://schemas.microsoft.com/office/drawing/2014/main" id="{F700A0B6-D7E3-42BB-998A-C3B975C57672}"/>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sp>
        <p:nvSpPr>
          <p:cNvPr id="8" name="Textplatzhalter 8">
            <a:extLst>
              <a:ext uri="{FF2B5EF4-FFF2-40B4-BE49-F238E27FC236}">
                <a16:creationId xmlns:a16="http://schemas.microsoft.com/office/drawing/2014/main" id="{04B56930-66B3-42CC-B84B-33841BFEC3AC}"/>
              </a:ext>
            </a:extLst>
          </p:cNvPr>
          <p:cNvSpPr>
            <a:spLocks noGrp="1"/>
          </p:cNvSpPr>
          <p:nvPr>
            <p:ph type="body" sz="quarter" idx="17" hasCustomPrompt="1"/>
          </p:nvPr>
        </p:nvSpPr>
        <p:spPr bwMode="gray">
          <a:xfrm>
            <a:off x="10362801" y="343103"/>
            <a:ext cx="1363200" cy="815245"/>
          </a:xfrm>
          <a:prstGeom prst="rect">
            <a:avLst/>
          </a:prstGeom>
          <a:blipFill>
            <a:blip r:embed="rId6"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br>
              <a:rPr lang="en-US" noProof="0"/>
            </a:br>
            <a:endParaRPr lang="en-US" noProof="0"/>
          </a:p>
        </p:txBody>
      </p:sp>
      <p:graphicFrame>
        <p:nvGraphicFramePr>
          <p:cNvPr id="7" name="Objekt 6" hidden="1">
            <a:extLst>
              <a:ext uri="{FF2B5EF4-FFF2-40B4-BE49-F238E27FC236}">
                <a16:creationId xmlns:a16="http://schemas.microsoft.com/office/drawing/2014/main" id="{B3327567-12B6-4FCC-A4A2-2476C998E85D}"/>
              </a:ext>
            </a:extLst>
          </p:cNvPr>
          <p:cNvGraphicFramePr>
            <a:graphicFrameLocks noChangeAspect="1"/>
          </p:cNvGraphicFramePr>
          <p:nvPr userDrawn="1">
            <p:custDataLst>
              <p:tags r:id="rId2"/>
            </p:custData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Slide" r:id="rId4" imgW="410" imgH="419" progId="TCLayout.ActiveDocument.1">
                  <p:embed/>
                </p:oleObj>
              </mc:Choice>
              <mc:Fallback>
                <p:oleObj name="think-cell Slide" r:id="rId4" imgW="410" imgH="419" progId="TCLayout.ActiveDocument.1">
                  <p:embed/>
                  <p:pic>
                    <p:nvPicPr>
                      <p:cNvPr id="7" name="Objekt 6" hidden="1">
                        <a:extLst>
                          <a:ext uri="{FF2B5EF4-FFF2-40B4-BE49-F238E27FC236}">
                            <a16:creationId xmlns:a16="http://schemas.microsoft.com/office/drawing/2014/main" id="{B3327567-12B6-4FCC-A4A2-2476C998E85D}"/>
                          </a:ext>
                        </a:extLst>
                      </p:cNvPr>
                      <p:cNvPicPr/>
                      <p:nvPr/>
                    </p:nvPicPr>
                    <p:blipFill>
                      <a:blip r:embed="rId5"/>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2779661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 subhead. / table">
    <p:bg>
      <p:bgPr>
        <a:solidFill>
          <a:schemeClr val="bg1"/>
        </a:solidFill>
        <a:effectLst/>
      </p:bgPr>
    </p:bg>
    <p:spTree>
      <p:nvGrpSpPr>
        <p:cNvPr id="1" name=""/>
        <p:cNvGrpSpPr/>
        <p:nvPr/>
      </p:nvGrpSpPr>
      <p:grpSpPr>
        <a:xfrm>
          <a:off x="0" y="0"/>
          <a:ext cx="0" cy="0"/>
          <a:chOff x="0" y="0"/>
          <a:chExt cx="0" cy="0"/>
        </a:xfrm>
      </p:grpSpPr>
      <p:sp>
        <p:nvSpPr>
          <p:cNvPr id="2" name="Tabellenplatzhalter 2"/>
          <p:cNvSpPr>
            <a:spLocks noGrp="1"/>
          </p:cNvSpPr>
          <p:nvPr>
            <p:ph type="tbl" idx="1" hasCustomPrompt="1"/>
          </p:nvPr>
        </p:nvSpPr>
        <p:spPr bwMode="gray">
          <a:xfrm>
            <a:off x="480002" y="1607178"/>
            <a:ext cx="11233633" cy="4515007"/>
          </a:xfrm>
          <a:prstGeom prst="rect">
            <a:avLst/>
          </a:prstGeom>
        </p:spPr>
        <p:txBody>
          <a:bodyPr anchor="ctr">
            <a:normAutofit/>
          </a:bodyPr>
          <a:lstStyle>
            <a:lvl1pPr marL="0" indent="0" algn="ctr">
              <a:buNone/>
              <a:defRPr sz="1865" b="0">
                <a:solidFill>
                  <a:schemeClr val="tx1"/>
                </a:solidFill>
              </a:defRPr>
            </a:lvl1pPr>
          </a:lstStyle>
          <a:p>
            <a:r>
              <a:rPr lang="en-US" noProof="0"/>
              <a:t>Click to insert Table</a:t>
            </a:r>
          </a:p>
        </p:txBody>
      </p:sp>
      <p:sp>
        <p:nvSpPr>
          <p:cNvPr id="9"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2"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3" name="Fußzeilenplatzhalter 2">
            <a:extLst>
              <a:ext uri="{FF2B5EF4-FFF2-40B4-BE49-F238E27FC236}">
                <a16:creationId xmlns:a16="http://schemas.microsoft.com/office/drawing/2014/main" id="{27F8BBF9-3639-4B75-BDD3-E1175EF134AB}"/>
              </a:ext>
            </a:extLst>
          </p:cNvPr>
          <p:cNvSpPr>
            <a:spLocks noGrp="1"/>
          </p:cNvSpPr>
          <p:nvPr>
            <p:ph type="ftr" sz="quarter" idx="15"/>
          </p:nvPr>
        </p:nvSpPr>
        <p:spPr bwMode="gray"/>
        <p:txBody>
          <a:bodyPr/>
          <a:lstStyle/>
          <a:p>
            <a:r>
              <a:rPr lang="en-US" noProof="0">
                <a:latin typeface="Arial" panose="020B0604020202020204" pitchFamily="34" charset="0"/>
              </a:rPr>
              <a:t>LIKE Learn Development - Results - Stephanie Heim / Alexandra Mertel</a:t>
            </a:r>
          </a:p>
        </p:txBody>
      </p:sp>
      <p:sp>
        <p:nvSpPr>
          <p:cNvPr id="4" name="Foliennummernplatzhalter 3">
            <a:extLst>
              <a:ext uri="{FF2B5EF4-FFF2-40B4-BE49-F238E27FC236}">
                <a16:creationId xmlns:a16="http://schemas.microsoft.com/office/drawing/2014/main" id="{8688C21D-8381-4F69-ABFD-EEE82B377A55}"/>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graphicFrame>
        <p:nvGraphicFramePr>
          <p:cNvPr id="7" name="Objekt 6" hidden="1">
            <a:extLst>
              <a:ext uri="{FF2B5EF4-FFF2-40B4-BE49-F238E27FC236}">
                <a16:creationId xmlns:a16="http://schemas.microsoft.com/office/drawing/2014/main" id="{6BA406F4-918E-4F2D-ADAA-F4546D989E73}"/>
              </a:ext>
            </a:extLst>
          </p:cNvPr>
          <p:cNvGraphicFramePr>
            <a:graphicFrameLocks noChangeAspect="1"/>
          </p:cNvGraphicFramePr>
          <p:nvPr userDrawn="1">
            <p:custDataLst>
              <p:tags r:id="rId1"/>
            </p:custDataLst>
            <p:extLst>
              <p:ext uri="{D42A27DB-BD31-4B8C-83A1-F6EECF244321}">
                <p14:modId xmlns:p14="http://schemas.microsoft.com/office/powerpoint/2010/main" val="224790017"/>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7" name="Objekt 6" hidden="1">
                        <a:extLst>
                          <a:ext uri="{FF2B5EF4-FFF2-40B4-BE49-F238E27FC236}">
                            <a16:creationId xmlns:a16="http://schemas.microsoft.com/office/drawing/2014/main" id="{6BA406F4-918E-4F2D-ADAA-F4546D989E73}"/>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3445159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 subhead. / diagram">
    <p:bg>
      <p:bgPr>
        <a:solidFill>
          <a:schemeClr val="bg1"/>
        </a:solidFill>
        <a:effectLst/>
      </p:bgPr>
    </p:bg>
    <p:spTree>
      <p:nvGrpSpPr>
        <p:cNvPr id="1" name=""/>
        <p:cNvGrpSpPr/>
        <p:nvPr/>
      </p:nvGrpSpPr>
      <p:grpSpPr>
        <a:xfrm>
          <a:off x="0" y="0"/>
          <a:ext cx="0" cy="0"/>
          <a:chOff x="0" y="0"/>
          <a:chExt cx="0" cy="0"/>
        </a:xfrm>
      </p:grpSpPr>
      <p:sp>
        <p:nvSpPr>
          <p:cNvPr id="2" name="Diagrammplatzhalter 2"/>
          <p:cNvSpPr>
            <a:spLocks noGrp="1"/>
          </p:cNvSpPr>
          <p:nvPr>
            <p:ph type="chart" idx="1" hasCustomPrompt="1"/>
          </p:nvPr>
        </p:nvSpPr>
        <p:spPr bwMode="gray">
          <a:xfrm>
            <a:off x="478367" y="1607178"/>
            <a:ext cx="11235267" cy="4515007"/>
          </a:xfrm>
          <a:prstGeom prst="rect">
            <a:avLst/>
          </a:prstGeom>
        </p:spPr>
        <p:txBody>
          <a:bodyPr anchor="ctr">
            <a:normAutofit/>
          </a:bodyPr>
          <a:lstStyle>
            <a:lvl1pPr marL="0" indent="0" algn="ctr">
              <a:buNone/>
              <a:defRPr sz="1865" b="0">
                <a:solidFill>
                  <a:schemeClr val="tx1"/>
                </a:solidFill>
              </a:defRPr>
            </a:lvl1pPr>
          </a:lstStyle>
          <a:p>
            <a:r>
              <a:rPr lang="en-US" noProof="0"/>
              <a:t>Click to insert Diagram</a:t>
            </a:r>
          </a:p>
        </p:txBody>
      </p:sp>
      <p:sp>
        <p:nvSpPr>
          <p:cNvPr id="9"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2"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3" name="Fußzeilenplatzhalter 2">
            <a:extLst>
              <a:ext uri="{FF2B5EF4-FFF2-40B4-BE49-F238E27FC236}">
                <a16:creationId xmlns:a16="http://schemas.microsoft.com/office/drawing/2014/main" id="{C75C31DF-CA17-4C84-973A-65E0D840CB2D}"/>
              </a:ext>
            </a:extLst>
          </p:cNvPr>
          <p:cNvSpPr>
            <a:spLocks noGrp="1"/>
          </p:cNvSpPr>
          <p:nvPr>
            <p:ph type="ftr" sz="quarter" idx="15"/>
          </p:nvPr>
        </p:nvSpPr>
        <p:spPr bwMode="gray"/>
        <p:txBody>
          <a:bodyPr/>
          <a:lstStyle/>
          <a:p>
            <a:r>
              <a:rPr lang="en-US" noProof="0">
                <a:latin typeface="Arial" panose="020B0604020202020204" pitchFamily="34" charset="0"/>
              </a:rPr>
              <a:t>LIKE Learn Development - Results - Stephanie Heim / Alexandra Mertel</a:t>
            </a:r>
          </a:p>
        </p:txBody>
      </p:sp>
      <p:sp>
        <p:nvSpPr>
          <p:cNvPr id="4" name="Foliennummernplatzhalter 3">
            <a:extLst>
              <a:ext uri="{FF2B5EF4-FFF2-40B4-BE49-F238E27FC236}">
                <a16:creationId xmlns:a16="http://schemas.microsoft.com/office/drawing/2014/main" id="{B7582D2F-8F16-4902-8649-7C84A58A310C}"/>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graphicFrame>
        <p:nvGraphicFramePr>
          <p:cNvPr id="7" name="Objekt 6" hidden="1">
            <a:extLst>
              <a:ext uri="{FF2B5EF4-FFF2-40B4-BE49-F238E27FC236}">
                <a16:creationId xmlns:a16="http://schemas.microsoft.com/office/drawing/2014/main" id="{14A43E73-EE31-4D0C-BE5A-919CCA80DC98}"/>
              </a:ext>
            </a:extLst>
          </p:cNvPr>
          <p:cNvGraphicFramePr>
            <a:graphicFrameLocks noChangeAspect="1"/>
          </p:cNvGraphicFramePr>
          <p:nvPr userDrawn="1">
            <p:custDataLst>
              <p:tags r:id="rId1"/>
            </p:custDataLst>
            <p:extLst>
              <p:ext uri="{D42A27DB-BD31-4B8C-83A1-F6EECF244321}">
                <p14:modId xmlns:p14="http://schemas.microsoft.com/office/powerpoint/2010/main" val="3622292969"/>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7" name="Objekt 6" hidden="1">
                        <a:extLst>
                          <a:ext uri="{FF2B5EF4-FFF2-40B4-BE49-F238E27FC236}">
                            <a16:creationId xmlns:a16="http://schemas.microsoft.com/office/drawing/2014/main" id="{14A43E73-EE31-4D0C-BE5A-919CCA80DC98}"/>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3309873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 subhead. / diagram top + bottom">
    <p:bg>
      <p:bgPr>
        <a:solidFill>
          <a:schemeClr val="bg1"/>
        </a:solidFill>
        <a:effectLst/>
      </p:bgPr>
    </p:bg>
    <p:spTree>
      <p:nvGrpSpPr>
        <p:cNvPr id="1" name=""/>
        <p:cNvGrpSpPr/>
        <p:nvPr/>
      </p:nvGrpSpPr>
      <p:grpSpPr>
        <a:xfrm>
          <a:off x="0" y="0"/>
          <a:ext cx="0" cy="0"/>
          <a:chOff x="0" y="0"/>
          <a:chExt cx="0" cy="0"/>
        </a:xfrm>
      </p:grpSpPr>
      <p:sp>
        <p:nvSpPr>
          <p:cNvPr id="2" name="Diagrammplatzhalter 2"/>
          <p:cNvSpPr>
            <a:spLocks noGrp="1"/>
          </p:cNvSpPr>
          <p:nvPr>
            <p:ph type="chart" idx="1" hasCustomPrompt="1"/>
          </p:nvPr>
        </p:nvSpPr>
        <p:spPr bwMode="gray">
          <a:xfrm>
            <a:off x="480001" y="1607178"/>
            <a:ext cx="11233633" cy="2254279"/>
          </a:xfrm>
          <a:prstGeom prst="rect">
            <a:avLst/>
          </a:prstGeom>
        </p:spPr>
        <p:txBody>
          <a:bodyPr anchor="ctr">
            <a:normAutofit/>
          </a:bodyPr>
          <a:lstStyle>
            <a:lvl1pPr marL="0" indent="0" algn="ctr">
              <a:buNone/>
              <a:defRPr sz="1865" b="0">
                <a:solidFill>
                  <a:schemeClr val="tx1"/>
                </a:solidFill>
              </a:defRPr>
            </a:lvl1pPr>
          </a:lstStyle>
          <a:p>
            <a:r>
              <a:rPr lang="en-US" noProof="0"/>
              <a:t>Click to insert Diagram</a:t>
            </a:r>
          </a:p>
        </p:txBody>
      </p:sp>
      <p:sp>
        <p:nvSpPr>
          <p:cNvPr id="3" name="Diagrammplatzhalter 2"/>
          <p:cNvSpPr>
            <a:spLocks noGrp="1"/>
          </p:cNvSpPr>
          <p:nvPr>
            <p:ph type="chart" idx="13" hasCustomPrompt="1"/>
          </p:nvPr>
        </p:nvSpPr>
        <p:spPr bwMode="gray">
          <a:xfrm>
            <a:off x="480000" y="4051782"/>
            <a:ext cx="11233632" cy="2254277"/>
          </a:xfrm>
          <a:prstGeom prst="rect">
            <a:avLst/>
          </a:prstGeom>
        </p:spPr>
        <p:txBody>
          <a:bodyPr anchor="ctr">
            <a:normAutofit/>
          </a:bodyPr>
          <a:lstStyle>
            <a:lvl1pPr marL="0" indent="0" algn="ctr">
              <a:buNone/>
              <a:defRPr sz="1865" b="0">
                <a:solidFill>
                  <a:schemeClr val="tx1"/>
                </a:solidFill>
              </a:defRPr>
            </a:lvl1pPr>
          </a:lstStyle>
          <a:p>
            <a:r>
              <a:rPr lang="en-US" noProof="0"/>
              <a:t>Click to insert Diagram</a:t>
            </a:r>
          </a:p>
        </p:txBody>
      </p:sp>
      <p:sp>
        <p:nvSpPr>
          <p:cNvPr id="10"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rgbClr val="000000"/>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8"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4" name="Fußzeilenplatzhalter 3">
            <a:extLst>
              <a:ext uri="{FF2B5EF4-FFF2-40B4-BE49-F238E27FC236}">
                <a16:creationId xmlns:a16="http://schemas.microsoft.com/office/drawing/2014/main" id="{09CD3A8E-49E1-438E-8268-13DCA422802E}"/>
              </a:ext>
            </a:extLst>
          </p:cNvPr>
          <p:cNvSpPr>
            <a:spLocks noGrp="1"/>
          </p:cNvSpPr>
          <p:nvPr>
            <p:ph type="ftr" sz="quarter" idx="15"/>
          </p:nvPr>
        </p:nvSpPr>
        <p:spPr bwMode="gray"/>
        <p:txBody>
          <a:bodyPr/>
          <a:lstStyle/>
          <a:p>
            <a:r>
              <a:rPr lang="en-US" noProof="0">
                <a:latin typeface="Arial" panose="020B0604020202020204" pitchFamily="34" charset="0"/>
              </a:rPr>
              <a:t>LIKE Learn Development - Results - Stephanie Heim / Alexandra Mertel</a:t>
            </a:r>
          </a:p>
        </p:txBody>
      </p:sp>
      <p:sp>
        <p:nvSpPr>
          <p:cNvPr id="5" name="Foliennummernplatzhalter 4">
            <a:extLst>
              <a:ext uri="{FF2B5EF4-FFF2-40B4-BE49-F238E27FC236}">
                <a16:creationId xmlns:a16="http://schemas.microsoft.com/office/drawing/2014/main" id="{5497D12C-821D-47D1-9029-EC98A3C3CAD4}"/>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graphicFrame>
        <p:nvGraphicFramePr>
          <p:cNvPr id="9" name="Objekt 8" hidden="1">
            <a:extLst>
              <a:ext uri="{FF2B5EF4-FFF2-40B4-BE49-F238E27FC236}">
                <a16:creationId xmlns:a16="http://schemas.microsoft.com/office/drawing/2014/main" id="{7DACD59E-0582-447C-92F1-6EE7C864CDA0}"/>
              </a:ext>
            </a:extLst>
          </p:cNvPr>
          <p:cNvGraphicFramePr>
            <a:graphicFrameLocks noChangeAspect="1"/>
          </p:cNvGraphicFramePr>
          <p:nvPr userDrawn="1">
            <p:custDataLst>
              <p:tags r:id="rId1"/>
            </p:custDataLst>
            <p:extLst>
              <p:ext uri="{D42A27DB-BD31-4B8C-83A1-F6EECF244321}">
                <p14:modId xmlns:p14="http://schemas.microsoft.com/office/powerpoint/2010/main" val="2440908500"/>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9" name="Objekt 8" hidden="1">
                        <a:extLst>
                          <a:ext uri="{FF2B5EF4-FFF2-40B4-BE49-F238E27FC236}">
                            <a16:creationId xmlns:a16="http://schemas.microsoft.com/office/drawing/2014/main" id="{7DACD59E-0582-447C-92F1-6EE7C864CDA0}"/>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274932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 subhead. / content top + bottom">
    <p:bg>
      <p:bgPr>
        <a:solidFill>
          <a:schemeClr val="bg1"/>
        </a:solidFill>
        <a:effectLst/>
      </p:bgPr>
    </p:bg>
    <p:spTree>
      <p:nvGrpSpPr>
        <p:cNvPr id="1" name=""/>
        <p:cNvGrpSpPr/>
        <p:nvPr/>
      </p:nvGrpSpPr>
      <p:grpSpPr>
        <a:xfrm>
          <a:off x="0" y="0"/>
          <a:ext cx="0" cy="0"/>
          <a:chOff x="0" y="0"/>
          <a:chExt cx="0" cy="0"/>
        </a:xfrm>
      </p:grpSpPr>
      <p:sp>
        <p:nvSpPr>
          <p:cNvPr id="2" name="Inhaltsplatzhalter 3"/>
          <p:cNvSpPr>
            <a:spLocks noGrp="1"/>
          </p:cNvSpPr>
          <p:nvPr>
            <p:ph sz="quarter" idx="21" hasCustomPrompt="1"/>
          </p:nvPr>
        </p:nvSpPr>
        <p:spPr bwMode="gray">
          <a:xfrm>
            <a:off x="480005" y="4417407"/>
            <a:ext cx="11231519" cy="1704863"/>
          </a:xfrm>
          <a:prstGeom prst="rect">
            <a:avLst/>
          </a:prstGeom>
        </p:spPr>
        <p:txBody>
          <a:bodyPr/>
          <a:lstStyle>
            <a:lvl1pPr marL="0" indent="0">
              <a:spcAft>
                <a:spcPts val="400"/>
              </a:spcAft>
              <a:buNone/>
              <a:defRPr sz="1599">
                <a:solidFill>
                  <a:schemeClr val="tx1"/>
                </a:solidFill>
              </a:defRPr>
            </a:lvl1pPr>
            <a:lvl2pPr marL="254164" marR="0"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kumimoji="0" lang="en-US" sz="1599" b="0" i="0" u="none" strike="noStrike" kern="1200" cap="none" spc="0" normalizeH="0" baseline="0" noProof="0" dirty="0" smtClean="0">
                <a:ln>
                  <a:noFill/>
                </a:ln>
                <a:solidFill>
                  <a:srgbClr val="292929"/>
                </a:solidFill>
                <a:effectLst/>
                <a:uLnTx/>
                <a:uFillTx/>
                <a:latin typeface="+mn-lt"/>
                <a:ea typeface="+mn-ea"/>
                <a:cs typeface="+mn-cs"/>
              </a:defRPr>
            </a:lvl2pPr>
            <a:lvl3pPr>
              <a:spcAft>
                <a:spcPts val="400"/>
              </a:spcAft>
              <a:buClr>
                <a:srgbClr val="A00020"/>
              </a:buClr>
              <a:defRPr sz="1599">
                <a:solidFill>
                  <a:schemeClr val="tx1"/>
                </a:solidFill>
              </a:defRPr>
            </a:lvl3pPr>
            <a:lvl4pPr>
              <a:spcAft>
                <a:spcPts val="400"/>
              </a:spcAft>
              <a:buClr>
                <a:srgbClr val="A00020"/>
              </a:buClr>
              <a:defRPr sz="1599">
                <a:solidFill>
                  <a:schemeClr val="tx1"/>
                </a:solidFill>
              </a:defRPr>
            </a:lvl4pPr>
            <a:lvl5pPr>
              <a:spcAft>
                <a:spcPts val="400"/>
              </a:spcAft>
              <a:buClr>
                <a:srgbClr val="A00020"/>
              </a:buClr>
              <a:defRPr sz="1599">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marL="475811" lvl="1" indent="-234733" algn="l" defTabSz="913554" rtl="0" eaLnBrk="1" latinLnBrk="0" hangingPunct="1">
              <a:lnSpc>
                <a:spcPct val="110000"/>
              </a:lnSpc>
              <a:spcBef>
                <a:spcPts val="0"/>
              </a:spcBef>
              <a:spcAft>
                <a:spcPts val="400"/>
              </a:spcAft>
              <a:buClr>
                <a:srgbClr val="A00020"/>
              </a:buClr>
              <a:buFont typeface="Arial" panose="020B0604020202020204" pitchFamily="34" charset="0"/>
              <a:buChar char="−"/>
            </a:pPr>
            <a:r>
              <a:rPr lang="en-US" noProof="0"/>
              <a:t>Text</a:t>
            </a:r>
          </a:p>
          <a:p>
            <a:pPr lvl="2"/>
            <a:r>
              <a:rPr lang="en-US" noProof="0"/>
              <a:t>Text</a:t>
            </a:r>
          </a:p>
          <a:p>
            <a:pPr lvl="3"/>
            <a:r>
              <a:rPr lang="en-US" noProof="0"/>
              <a:t>Text</a:t>
            </a:r>
          </a:p>
          <a:p>
            <a:pPr lvl="4"/>
            <a:r>
              <a:rPr lang="en-US" noProof="0"/>
              <a:t>Text</a:t>
            </a:r>
          </a:p>
          <a:p>
            <a:pPr lvl="4"/>
            <a:endParaRPr lang="en-US" noProof="0"/>
          </a:p>
        </p:txBody>
      </p:sp>
      <p:sp>
        <p:nvSpPr>
          <p:cNvPr id="3" name="Textplatzhalter 2"/>
          <p:cNvSpPr>
            <a:spLocks noGrp="1"/>
          </p:cNvSpPr>
          <p:nvPr>
            <p:ph type="body" idx="1" hasCustomPrompt="1"/>
          </p:nvPr>
        </p:nvSpPr>
        <p:spPr bwMode="gray">
          <a:xfrm>
            <a:off x="478367" y="1607179"/>
            <a:ext cx="11235268" cy="335689"/>
          </a:xfrm>
          <a:prstGeom prst="rect">
            <a:avLst/>
          </a:prstGeom>
          <a:solidFill>
            <a:schemeClr val="accent2"/>
          </a:solidFill>
          <a:ln>
            <a:noFill/>
          </a:ln>
        </p:spPr>
        <p:txBody>
          <a:bodyPr lIns="108000" tIns="36000" rIns="36000" bIns="36000" anchor="ctr">
            <a:noAutofit/>
          </a:bodyPr>
          <a:lstStyle>
            <a:lvl1pPr marL="0" indent="0">
              <a:lnSpc>
                <a:spcPct val="110000"/>
              </a:lnSpc>
              <a:spcAft>
                <a:spcPts val="0"/>
              </a:spcAft>
              <a:buNone/>
              <a:defRPr sz="1599" b="1">
                <a:solidFill>
                  <a:schemeClr val="tx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en-US" noProof="0"/>
              <a:t>Text</a:t>
            </a:r>
          </a:p>
        </p:txBody>
      </p:sp>
      <p:sp>
        <p:nvSpPr>
          <p:cNvPr id="4" name="Textplatzhalter 2"/>
          <p:cNvSpPr>
            <a:spLocks noGrp="1"/>
          </p:cNvSpPr>
          <p:nvPr>
            <p:ph type="body" idx="16" hasCustomPrompt="1"/>
          </p:nvPr>
        </p:nvSpPr>
        <p:spPr bwMode="gray">
          <a:xfrm>
            <a:off x="478369" y="3984936"/>
            <a:ext cx="11235268" cy="335689"/>
          </a:xfrm>
          <a:prstGeom prst="rect">
            <a:avLst/>
          </a:prstGeom>
          <a:solidFill>
            <a:schemeClr val="accent2"/>
          </a:solidFill>
          <a:ln>
            <a:noFill/>
          </a:ln>
        </p:spPr>
        <p:txBody>
          <a:bodyPr lIns="108000" tIns="36000" rIns="36000" bIns="36000" anchor="ctr">
            <a:noAutofit/>
          </a:bodyPr>
          <a:lstStyle>
            <a:lvl1pPr marL="0" indent="0">
              <a:lnSpc>
                <a:spcPct val="110000"/>
              </a:lnSpc>
              <a:spcAft>
                <a:spcPts val="0"/>
              </a:spcAft>
              <a:buNone/>
              <a:defRPr sz="1599" b="1">
                <a:solidFill>
                  <a:schemeClr val="tx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en-US" noProof="0"/>
              <a:t>Text</a:t>
            </a:r>
          </a:p>
        </p:txBody>
      </p:sp>
      <p:sp>
        <p:nvSpPr>
          <p:cNvPr id="5" name="Inhaltsplatzhalter 3"/>
          <p:cNvSpPr>
            <a:spLocks noGrp="1"/>
          </p:cNvSpPr>
          <p:nvPr>
            <p:ph sz="quarter" idx="19" hasCustomPrompt="1"/>
          </p:nvPr>
        </p:nvSpPr>
        <p:spPr bwMode="gray">
          <a:xfrm>
            <a:off x="480005" y="2035672"/>
            <a:ext cx="11231519" cy="1704864"/>
          </a:xfrm>
          <a:prstGeom prst="rect">
            <a:avLst/>
          </a:prstGeom>
        </p:spPr>
        <p:txBody>
          <a:bodyPr/>
          <a:lstStyle>
            <a:lvl1pPr marL="0" indent="0">
              <a:spcAft>
                <a:spcPts val="400"/>
              </a:spcAft>
              <a:buNone/>
              <a:defRPr sz="1599">
                <a:solidFill>
                  <a:schemeClr val="tx1"/>
                </a:solidFill>
              </a:defRPr>
            </a:lvl1pPr>
            <a:lvl2pPr>
              <a:spcAft>
                <a:spcPts val="400"/>
              </a:spcAft>
              <a:buClr>
                <a:srgbClr val="A00020"/>
              </a:buClr>
              <a:defRPr kumimoji="0" lang="en-US" sz="1599" b="0" i="0" u="none" strike="noStrike" kern="1200" cap="none" spc="0" normalizeH="0" baseline="0" noProof="0" dirty="0">
                <a:ln>
                  <a:noFill/>
                </a:ln>
                <a:solidFill>
                  <a:srgbClr val="292929"/>
                </a:solidFill>
                <a:effectLst/>
                <a:uLnTx/>
                <a:uFillTx/>
                <a:latin typeface="+mn-lt"/>
                <a:ea typeface="+mn-ea"/>
                <a:cs typeface="+mn-cs"/>
              </a:defRPr>
            </a:lvl2pPr>
            <a:lvl3pPr>
              <a:spcAft>
                <a:spcPts val="400"/>
              </a:spcAft>
              <a:buClr>
                <a:srgbClr val="A00020"/>
              </a:buClr>
              <a:defRPr sz="1599">
                <a:solidFill>
                  <a:schemeClr val="tx1"/>
                </a:solidFill>
              </a:defRPr>
            </a:lvl3pPr>
            <a:lvl4pPr>
              <a:spcAft>
                <a:spcPts val="400"/>
              </a:spcAft>
              <a:buClr>
                <a:srgbClr val="A00020"/>
              </a:buClr>
              <a:defRPr sz="1599">
                <a:solidFill>
                  <a:schemeClr val="tx1"/>
                </a:solidFill>
              </a:defRPr>
            </a:lvl4pPr>
            <a:lvl5pPr>
              <a:spcAft>
                <a:spcPts val="400"/>
              </a:spcAft>
              <a:buClr>
                <a:srgbClr val="A00020"/>
              </a:buClr>
              <a:defRPr sz="1599">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lvl="1"/>
            <a:r>
              <a:rPr lang="en-US" noProof="0"/>
              <a:t>Text</a:t>
            </a:r>
          </a:p>
          <a:p>
            <a:pPr lvl="2"/>
            <a:r>
              <a:rPr lang="en-US" noProof="0"/>
              <a:t>Text</a:t>
            </a:r>
          </a:p>
          <a:p>
            <a:pPr lvl="3"/>
            <a:r>
              <a:rPr lang="en-US" noProof="0"/>
              <a:t>Text</a:t>
            </a:r>
          </a:p>
          <a:p>
            <a:pPr lvl="4"/>
            <a:r>
              <a:rPr lang="en-US" noProof="0"/>
              <a:t>Text</a:t>
            </a:r>
          </a:p>
        </p:txBody>
      </p:sp>
      <p:sp>
        <p:nvSpPr>
          <p:cNvPr id="12"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0"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6" name="Fußzeilenplatzhalter 5">
            <a:extLst>
              <a:ext uri="{FF2B5EF4-FFF2-40B4-BE49-F238E27FC236}">
                <a16:creationId xmlns:a16="http://schemas.microsoft.com/office/drawing/2014/main" id="{53F3B210-B4F3-4D9C-AE96-19B5218A5BDB}"/>
              </a:ext>
            </a:extLst>
          </p:cNvPr>
          <p:cNvSpPr>
            <a:spLocks noGrp="1"/>
          </p:cNvSpPr>
          <p:nvPr>
            <p:ph type="ftr" sz="quarter" idx="22"/>
          </p:nvPr>
        </p:nvSpPr>
        <p:spPr bwMode="gray"/>
        <p:txBody>
          <a:bodyPr/>
          <a:lstStyle/>
          <a:p>
            <a:r>
              <a:rPr lang="en-US" noProof="0">
                <a:latin typeface="Arial" panose="020B0604020202020204" pitchFamily="34" charset="0"/>
              </a:rPr>
              <a:t>LIKE Learn Development - Results - Stephanie Heim / Alexandra Mertel</a:t>
            </a:r>
          </a:p>
        </p:txBody>
      </p:sp>
      <p:sp>
        <p:nvSpPr>
          <p:cNvPr id="7" name="Foliennummernplatzhalter 6">
            <a:extLst>
              <a:ext uri="{FF2B5EF4-FFF2-40B4-BE49-F238E27FC236}">
                <a16:creationId xmlns:a16="http://schemas.microsoft.com/office/drawing/2014/main" id="{45F22887-DC7F-4680-996B-6D9BA7A81BF9}"/>
              </a:ext>
            </a:extLst>
          </p:cNvPr>
          <p:cNvSpPr>
            <a:spLocks noGrp="1"/>
          </p:cNvSpPr>
          <p:nvPr>
            <p:ph type="sldNum" sz="quarter" idx="23"/>
          </p:nvPr>
        </p:nvSpPr>
        <p:spPr bwMode="gray"/>
        <p:txBody>
          <a:bodyPr/>
          <a:lstStyle/>
          <a:p>
            <a:fld id="{99CC5461-F7F8-834A-A33C-7913089D93E6}" type="slidenum">
              <a:rPr lang="en-US" noProof="0" smtClean="0"/>
              <a:pPr/>
              <a:t>‹Nr.›</a:t>
            </a:fld>
            <a:endParaRPr lang="en-US" noProof="0"/>
          </a:p>
        </p:txBody>
      </p:sp>
      <p:graphicFrame>
        <p:nvGraphicFramePr>
          <p:cNvPr id="11" name="Objekt 10" hidden="1">
            <a:extLst>
              <a:ext uri="{FF2B5EF4-FFF2-40B4-BE49-F238E27FC236}">
                <a16:creationId xmlns:a16="http://schemas.microsoft.com/office/drawing/2014/main" id="{B8D9E2D0-FE4B-49F4-B8A7-BC543018BD33}"/>
              </a:ext>
            </a:extLst>
          </p:cNvPr>
          <p:cNvGraphicFramePr>
            <a:graphicFrameLocks noChangeAspect="1"/>
          </p:cNvGraphicFramePr>
          <p:nvPr userDrawn="1">
            <p:custDataLst>
              <p:tags r:id="rId1"/>
            </p:custDataLst>
            <p:extLst>
              <p:ext uri="{D42A27DB-BD31-4B8C-83A1-F6EECF244321}">
                <p14:modId xmlns:p14="http://schemas.microsoft.com/office/powerpoint/2010/main" val="1153278310"/>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11" name="Objekt 10" hidden="1">
                        <a:extLst>
                          <a:ext uri="{FF2B5EF4-FFF2-40B4-BE49-F238E27FC236}">
                            <a16:creationId xmlns:a16="http://schemas.microsoft.com/office/drawing/2014/main" id="{B8D9E2D0-FE4B-49F4-B8A7-BC543018BD33}"/>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437820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 subhead. / 4 contents">
    <p:bg>
      <p:bgPr>
        <a:solidFill>
          <a:schemeClr val="bg1"/>
        </a:solidFill>
        <a:effectLst/>
      </p:bgPr>
    </p:bg>
    <p:spTree>
      <p:nvGrpSpPr>
        <p:cNvPr id="1" name=""/>
        <p:cNvGrpSpPr/>
        <p:nvPr/>
      </p:nvGrpSpPr>
      <p:grpSpPr>
        <a:xfrm>
          <a:off x="0" y="0"/>
          <a:ext cx="0" cy="0"/>
          <a:chOff x="0" y="0"/>
          <a:chExt cx="0" cy="0"/>
        </a:xfrm>
      </p:grpSpPr>
      <p:sp>
        <p:nvSpPr>
          <p:cNvPr id="2" name="Textplatzhalter 2"/>
          <p:cNvSpPr>
            <a:spLocks noGrp="1"/>
          </p:cNvSpPr>
          <p:nvPr>
            <p:ph type="body" idx="1" hasCustomPrompt="1"/>
          </p:nvPr>
        </p:nvSpPr>
        <p:spPr bwMode="gray">
          <a:xfrm>
            <a:off x="478373" y="1607181"/>
            <a:ext cx="5425017" cy="335689"/>
          </a:xfrm>
          <a:prstGeom prst="rect">
            <a:avLst/>
          </a:prstGeom>
          <a:solidFill>
            <a:schemeClr val="accent2"/>
          </a:solidFill>
          <a:ln>
            <a:noFill/>
          </a:ln>
        </p:spPr>
        <p:txBody>
          <a:bodyPr lIns="108000" tIns="36000" rIns="36000" bIns="36000" anchor="ctr">
            <a:noAutofit/>
          </a:bodyPr>
          <a:lstStyle>
            <a:lvl1pPr marL="0" indent="0">
              <a:lnSpc>
                <a:spcPct val="110000"/>
              </a:lnSpc>
              <a:spcAft>
                <a:spcPts val="0"/>
              </a:spcAft>
              <a:buNone/>
              <a:defRPr sz="1599" b="1">
                <a:solidFill>
                  <a:schemeClr val="tx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en-US" noProof="0"/>
              <a:t>Text</a:t>
            </a:r>
          </a:p>
        </p:txBody>
      </p:sp>
      <p:sp>
        <p:nvSpPr>
          <p:cNvPr id="3" name="Textplatzhalter 2"/>
          <p:cNvSpPr>
            <a:spLocks noGrp="1"/>
          </p:cNvSpPr>
          <p:nvPr>
            <p:ph type="body" idx="15" hasCustomPrompt="1"/>
          </p:nvPr>
        </p:nvSpPr>
        <p:spPr bwMode="gray">
          <a:xfrm>
            <a:off x="6288029" y="1607181"/>
            <a:ext cx="5425607" cy="335689"/>
          </a:xfrm>
          <a:prstGeom prst="rect">
            <a:avLst/>
          </a:prstGeom>
          <a:solidFill>
            <a:schemeClr val="accent2"/>
          </a:solidFill>
          <a:ln>
            <a:noFill/>
          </a:ln>
        </p:spPr>
        <p:txBody>
          <a:bodyPr lIns="108000" tIns="36000" rIns="36000" bIns="36000" anchor="ctr">
            <a:noAutofit/>
          </a:bodyPr>
          <a:lstStyle>
            <a:lvl1pPr marL="0" indent="0">
              <a:lnSpc>
                <a:spcPct val="110000"/>
              </a:lnSpc>
              <a:spcAft>
                <a:spcPts val="0"/>
              </a:spcAft>
              <a:buNone/>
              <a:defRPr sz="1599" b="1">
                <a:solidFill>
                  <a:schemeClr val="tx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en-US" noProof="0"/>
              <a:t>Text</a:t>
            </a:r>
          </a:p>
        </p:txBody>
      </p:sp>
      <p:sp>
        <p:nvSpPr>
          <p:cNvPr id="4" name="Textplatzhalter 2"/>
          <p:cNvSpPr>
            <a:spLocks noGrp="1"/>
          </p:cNvSpPr>
          <p:nvPr>
            <p:ph type="body" idx="16" hasCustomPrompt="1"/>
          </p:nvPr>
        </p:nvSpPr>
        <p:spPr bwMode="gray">
          <a:xfrm>
            <a:off x="478373" y="3980316"/>
            <a:ext cx="5425017" cy="335689"/>
          </a:xfrm>
          <a:prstGeom prst="rect">
            <a:avLst/>
          </a:prstGeom>
          <a:solidFill>
            <a:schemeClr val="accent2"/>
          </a:solidFill>
          <a:ln>
            <a:noFill/>
          </a:ln>
        </p:spPr>
        <p:txBody>
          <a:bodyPr lIns="108000" tIns="36000" rIns="36000" bIns="36000" anchor="ctr">
            <a:noAutofit/>
          </a:bodyPr>
          <a:lstStyle>
            <a:lvl1pPr marL="0" indent="0">
              <a:lnSpc>
                <a:spcPct val="110000"/>
              </a:lnSpc>
              <a:spcAft>
                <a:spcPts val="0"/>
              </a:spcAft>
              <a:buNone/>
              <a:defRPr sz="1599" b="1">
                <a:solidFill>
                  <a:schemeClr val="tx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en-US" noProof="0"/>
              <a:t>Text</a:t>
            </a:r>
          </a:p>
        </p:txBody>
      </p:sp>
      <p:sp>
        <p:nvSpPr>
          <p:cNvPr id="5" name="Textplatzhalter 2"/>
          <p:cNvSpPr>
            <a:spLocks noGrp="1"/>
          </p:cNvSpPr>
          <p:nvPr>
            <p:ph type="body" idx="17" hasCustomPrompt="1"/>
          </p:nvPr>
        </p:nvSpPr>
        <p:spPr bwMode="gray">
          <a:xfrm>
            <a:off x="6288029" y="3980316"/>
            <a:ext cx="5425607" cy="335689"/>
          </a:xfrm>
          <a:prstGeom prst="rect">
            <a:avLst/>
          </a:prstGeom>
          <a:solidFill>
            <a:schemeClr val="accent2"/>
          </a:solidFill>
        </p:spPr>
        <p:txBody>
          <a:bodyPr lIns="108000" tIns="36000" rIns="36000" bIns="36000" anchor="ctr">
            <a:noAutofit/>
          </a:bodyPr>
          <a:lstStyle>
            <a:lvl1pPr marL="0" indent="0">
              <a:lnSpc>
                <a:spcPct val="110000"/>
              </a:lnSpc>
              <a:spcAft>
                <a:spcPts val="0"/>
              </a:spcAft>
              <a:buNone/>
              <a:defRPr sz="1599" b="1">
                <a:solidFill>
                  <a:schemeClr val="tx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en-US" noProof="0"/>
              <a:t>Text</a:t>
            </a:r>
          </a:p>
        </p:txBody>
      </p:sp>
      <p:sp>
        <p:nvSpPr>
          <p:cNvPr id="6" name="Inhaltsplatzhalter 3"/>
          <p:cNvSpPr>
            <a:spLocks noGrp="1"/>
          </p:cNvSpPr>
          <p:nvPr>
            <p:ph sz="quarter" idx="19" hasCustomPrompt="1"/>
          </p:nvPr>
        </p:nvSpPr>
        <p:spPr bwMode="gray">
          <a:xfrm>
            <a:off x="480007" y="2038779"/>
            <a:ext cx="5423999" cy="1701757"/>
          </a:xfrm>
          <a:prstGeom prst="rect">
            <a:avLst/>
          </a:prstGeom>
        </p:spPr>
        <p:txBody>
          <a:bodyPr/>
          <a:lstStyle>
            <a:lvl1pPr marL="0" indent="0">
              <a:spcAft>
                <a:spcPts val="400"/>
              </a:spcAft>
              <a:buNone/>
              <a:defRPr sz="1599">
                <a:solidFill>
                  <a:schemeClr val="tx1"/>
                </a:solidFill>
              </a:defRPr>
            </a:lvl1pPr>
            <a:lvl2pPr marL="475811" marR="0" indent="-234733" algn="l" defTabSz="913554" rtl="0" eaLnBrk="1" fontAlgn="auto" latinLnBrk="0" hangingPunct="1">
              <a:lnSpc>
                <a:spcPct val="110000"/>
              </a:lnSpc>
              <a:spcBef>
                <a:spcPts val="0"/>
              </a:spcBef>
              <a:spcAft>
                <a:spcPts val="400"/>
              </a:spcAft>
              <a:buClr>
                <a:srgbClr val="A00020"/>
              </a:buClr>
              <a:buSzTx/>
              <a:buFont typeface="Arial" panose="020B0604020202020204" pitchFamily="34" charset="0"/>
              <a:buChar char="−"/>
              <a:tabLst/>
              <a:defRPr sz="1599">
                <a:solidFill>
                  <a:schemeClr val="tx1"/>
                </a:solidFill>
              </a:defRPr>
            </a:lvl2pPr>
            <a:lvl3pPr>
              <a:spcAft>
                <a:spcPts val="400"/>
              </a:spcAft>
              <a:buClr>
                <a:srgbClr val="A00020"/>
              </a:buClr>
              <a:defRPr sz="1599">
                <a:solidFill>
                  <a:schemeClr val="tx1"/>
                </a:solidFill>
              </a:defRPr>
            </a:lvl3pPr>
            <a:lvl4pPr>
              <a:spcAft>
                <a:spcPts val="400"/>
              </a:spcAft>
              <a:buClr>
                <a:srgbClr val="A00020"/>
              </a:buClr>
              <a:defRPr sz="1599">
                <a:solidFill>
                  <a:schemeClr val="tx1"/>
                </a:solidFill>
              </a:defRPr>
            </a:lvl4pPr>
            <a:lvl5pPr>
              <a:spcAft>
                <a:spcPts val="400"/>
              </a:spcAft>
              <a:buClr>
                <a:srgbClr val="A00020"/>
              </a:buClr>
              <a:defRPr sz="1599">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marL="475811" lvl="1" indent="-234733" algn="l" defTabSz="913554" rtl="0" eaLnBrk="1" latinLnBrk="0" hangingPunct="1">
              <a:lnSpc>
                <a:spcPct val="110000"/>
              </a:lnSpc>
              <a:spcBef>
                <a:spcPts val="0"/>
              </a:spcBef>
              <a:spcAft>
                <a:spcPts val="400"/>
              </a:spcAft>
              <a:buClr>
                <a:srgbClr val="A00020"/>
              </a:buClr>
              <a:buFont typeface="Arial" panose="020B0604020202020204" pitchFamily="34" charset="0"/>
              <a:buChar char="−"/>
            </a:pPr>
            <a:r>
              <a:rPr lang="en-US" noProof="0"/>
              <a:t>Text</a:t>
            </a:r>
          </a:p>
          <a:p>
            <a:pPr lvl="2"/>
            <a:r>
              <a:rPr lang="en-US" noProof="0"/>
              <a:t>Text</a:t>
            </a:r>
          </a:p>
          <a:p>
            <a:pPr lvl="3"/>
            <a:r>
              <a:rPr lang="en-US" noProof="0"/>
              <a:t>Text</a:t>
            </a:r>
          </a:p>
          <a:p>
            <a:pPr lvl="4"/>
            <a:r>
              <a:rPr lang="en-US" noProof="0"/>
              <a:t>Text</a:t>
            </a:r>
          </a:p>
        </p:txBody>
      </p:sp>
      <p:sp>
        <p:nvSpPr>
          <p:cNvPr id="7" name="Inhaltsplatzhalter 3"/>
          <p:cNvSpPr>
            <a:spLocks noGrp="1"/>
          </p:cNvSpPr>
          <p:nvPr>
            <p:ph sz="quarter" idx="20" hasCustomPrompt="1"/>
          </p:nvPr>
        </p:nvSpPr>
        <p:spPr bwMode="gray">
          <a:xfrm>
            <a:off x="6288029" y="2038779"/>
            <a:ext cx="5423999" cy="1701757"/>
          </a:xfrm>
          <a:prstGeom prst="rect">
            <a:avLst/>
          </a:prstGeom>
          <a:ln>
            <a:noFill/>
          </a:ln>
        </p:spPr>
        <p:txBody>
          <a:bodyPr/>
          <a:lstStyle>
            <a:lvl1pPr marL="0" indent="0">
              <a:spcAft>
                <a:spcPts val="400"/>
              </a:spcAft>
              <a:buNone/>
              <a:defRPr sz="1599">
                <a:solidFill>
                  <a:schemeClr val="tx1"/>
                </a:solidFill>
              </a:defRPr>
            </a:lvl1pPr>
            <a:lvl2pPr marL="475811" marR="0" indent="-234733" algn="l" defTabSz="913554" rtl="0" eaLnBrk="1" fontAlgn="auto" latinLnBrk="0" hangingPunct="1">
              <a:lnSpc>
                <a:spcPct val="110000"/>
              </a:lnSpc>
              <a:spcBef>
                <a:spcPts val="0"/>
              </a:spcBef>
              <a:spcAft>
                <a:spcPts val="400"/>
              </a:spcAft>
              <a:buClr>
                <a:srgbClr val="A00020"/>
              </a:buClr>
              <a:buSzTx/>
              <a:buFont typeface="Arial" panose="020B0604020202020204" pitchFamily="34" charset="0"/>
              <a:buChar char="−"/>
              <a:tabLst/>
              <a:defRPr sz="1599">
                <a:solidFill>
                  <a:schemeClr val="tx1"/>
                </a:solidFill>
              </a:defRPr>
            </a:lvl2pPr>
            <a:lvl3pPr>
              <a:spcAft>
                <a:spcPts val="400"/>
              </a:spcAft>
              <a:buClr>
                <a:srgbClr val="A00020"/>
              </a:buClr>
              <a:defRPr sz="1599">
                <a:solidFill>
                  <a:schemeClr val="tx1"/>
                </a:solidFill>
              </a:defRPr>
            </a:lvl3pPr>
            <a:lvl4pPr>
              <a:spcAft>
                <a:spcPts val="400"/>
              </a:spcAft>
              <a:buClr>
                <a:srgbClr val="A00020"/>
              </a:buClr>
              <a:defRPr sz="1599">
                <a:solidFill>
                  <a:schemeClr val="tx1"/>
                </a:solidFill>
              </a:defRPr>
            </a:lvl4pPr>
            <a:lvl5pPr>
              <a:spcAft>
                <a:spcPts val="400"/>
              </a:spcAft>
              <a:buClr>
                <a:srgbClr val="A00020"/>
              </a:buClr>
              <a:defRPr sz="1599">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marL="475811" lvl="1" indent="-234733" algn="l" defTabSz="913554" rtl="0" eaLnBrk="1" latinLnBrk="0" hangingPunct="1">
              <a:lnSpc>
                <a:spcPct val="110000"/>
              </a:lnSpc>
              <a:spcBef>
                <a:spcPts val="0"/>
              </a:spcBef>
              <a:spcAft>
                <a:spcPts val="400"/>
              </a:spcAft>
              <a:buClr>
                <a:srgbClr val="A00020"/>
              </a:buClr>
              <a:buFont typeface="Arial" panose="020B0604020202020204" pitchFamily="34" charset="0"/>
              <a:buChar char="−"/>
            </a:pPr>
            <a:r>
              <a:rPr lang="en-US" noProof="0"/>
              <a:t>Text</a:t>
            </a:r>
          </a:p>
          <a:p>
            <a:pPr lvl="2"/>
            <a:r>
              <a:rPr lang="en-US" noProof="0"/>
              <a:t>Text</a:t>
            </a:r>
          </a:p>
          <a:p>
            <a:pPr lvl="3"/>
            <a:r>
              <a:rPr lang="en-US" noProof="0"/>
              <a:t>Text</a:t>
            </a:r>
          </a:p>
          <a:p>
            <a:pPr lvl="4"/>
            <a:r>
              <a:rPr lang="en-US" noProof="0"/>
              <a:t>Text</a:t>
            </a:r>
          </a:p>
        </p:txBody>
      </p:sp>
      <p:sp>
        <p:nvSpPr>
          <p:cNvPr id="8" name="Inhaltsplatzhalter 3"/>
          <p:cNvSpPr>
            <a:spLocks noGrp="1"/>
          </p:cNvSpPr>
          <p:nvPr>
            <p:ph sz="quarter" idx="21" hasCustomPrompt="1"/>
          </p:nvPr>
        </p:nvSpPr>
        <p:spPr bwMode="gray">
          <a:xfrm>
            <a:off x="478374" y="4411914"/>
            <a:ext cx="5423999" cy="1710271"/>
          </a:xfrm>
          <a:prstGeom prst="rect">
            <a:avLst/>
          </a:prstGeom>
        </p:spPr>
        <p:txBody>
          <a:bodyPr/>
          <a:lstStyle>
            <a:lvl1pPr marL="0" indent="0">
              <a:spcAft>
                <a:spcPts val="400"/>
              </a:spcAft>
              <a:buNone/>
              <a:defRPr sz="1599">
                <a:solidFill>
                  <a:schemeClr val="tx1"/>
                </a:solidFill>
              </a:defRPr>
            </a:lvl1pPr>
            <a:lvl2pPr marL="475811" marR="0" indent="-234733" algn="l" defTabSz="913554" rtl="0" eaLnBrk="1" fontAlgn="auto" latinLnBrk="0" hangingPunct="1">
              <a:lnSpc>
                <a:spcPct val="110000"/>
              </a:lnSpc>
              <a:spcBef>
                <a:spcPts val="0"/>
              </a:spcBef>
              <a:spcAft>
                <a:spcPts val="400"/>
              </a:spcAft>
              <a:buClr>
                <a:srgbClr val="A00020"/>
              </a:buClr>
              <a:buSzTx/>
              <a:buFont typeface="Arial" panose="020B0604020202020204" pitchFamily="34" charset="0"/>
              <a:buChar char="−"/>
              <a:tabLst/>
              <a:defRPr sz="1599">
                <a:solidFill>
                  <a:schemeClr val="tx1"/>
                </a:solidFill>
              </a:defRPr>
            </a:lvl2pPr>
            <a:lvl3pPr>
              <a:spcAft>
                <a:spcPts val="400"/>
              </a:spcAft>
              <a:buClr>
                <a:srgbClr val="A00020"/>
              </a:buClr>
              <a:defRPr sz="1599">
                <a:solidFill>
                  <a:schemeClr val="tx1"/>
                </a:solidFill>
              </a:defRPr>
            </a:lvl3pPr>
            <a:lvl4pPr>
              <a:spcAft>
                <a:spcPts val="400"/>
              </a:spcAft>
              <a:buClr>
                <a:srgbClr val="A00020"/>
              </a:buClr>
              <a:defRPr sz="1599">
                <a:solidFill>
                  <a:schemeClr val="tx1"/>
                </a:solidFill>
              </a:defRPr>
            </a:lvl4pPr>
            <a:lvl5pPr>
              <a:spcAft>
                <a:spcPts val="400"/>
              </a:spcAft>
              <a:buClr>
                <a:srgbClr val="A00020"/>
              </a:buClr>
              <a:defRPr sz="1599">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marL="475811" lvl="1" indent="-234733" algn="l" defTabSz="913554" rtl="0" eaLnBrk="1" latinLnBrk="0" hangingPunct="1">
              <a:lnSpc>
                <a:spcPct val="110000"/>
              </a:lnSpc>
              <a:spcBef>
                <a:spcPts val="0"/>
              </a:spcBef>
              <a:spcAft>
                <a:spcPts val="400"/>
              </a:spcAft>
              <a:buClr>
                <a:srgbClr val="A00020"/>
              </a:buClr>
              <a:buFont typeface="Arial" panose="020B0604020202020204" pitchFamily="34" charset="0"/>
              <a:buChar char="−"/>
            </a:pPr>
            <a:r>
              <a:rPr lang="en-US" noProof="0"/>
              <a:t>Text</a:t>
            </a:r>
          </a:p>
          <a:p>
            <a:pPr lvl="2"/>
            <a:r>
              <a:rPr lang="en-US" noProof="0"/>
              <a:t>Text</a:t>
            </a:r>
          </a:p>
          <a:p>
            <a:pPr lvl="3"/>
            <a:r>
              <a:rPr lang="en-US" noProof="0"/>
              <a:t>Text</a:t>
            </a:r>
          </a:p>
          <a:p>
            <a:pPr lvl="4"/>
            <a:r>
              <a:rPr lang="en-US" noProof="0"/>
              <a:t>Text</a:t>
            </a:r>
          </a:p>
        </p:txBody>
      </p:sp>
      <p:sp>
        <p:nvSpPr>
          <p:cNvPr id="9" name="Inhaltsplatzhalter 3"/>
          <p:cNvSpPr>
            <a:spLocks noGrp="1"/>
          </p:cNvSpPr>
          <p:nvPr>
            <p:ph sz="quarter" idx="22" hasCustomPrompt="1"/>
          </p:nvPr>
        </p:nvSpPr>
        <p:spPr bwMode="gray">
          <a:xfrm>
            <a:off x="6286394" y="4411914"/>
            <a:ext cx="5423999" cy="1710271"/>
          </a:xfrm>
          <a:prstGeom prst="rect">
            <a:avLst/>
          </a:prstGeom>
        </p:spPr>
        <p:txBody>
          <a:bodyPr/>
          <a:lstStyle>
            <a:lvl1pPr marL="0" indent="0">
              <a:spcAft>
                <a:spcPts val="400"/>
              </a:spcAft>
              <a:buNone/>
              <a:defRPr sz="1599">
                <a:solidFill>
                  <a:schemeClr val="tx1"/>
                </a:solidFill>
              </a:defRPr>
            </a:lvl1pPr>
            <a:lvl2pPr marL="475811" marR="0" indent="-234733" algn="l" defTabSz="913554" rtl="0" eaLnBrk="1" fontAlgn="auto" latinLnBrk="0" hangingPunct="1">
              <a:lnSpc>
                <a:spcPct val="110000"/>
              </a:lnSpc>
              <a:spcBef>
                <a:spcPts val="0"/>
              </a:spcBef>
              <a:spcAft>
                <a:spcPts val="400"/>
              </a:spcAft>
              <a:buClr>
                <a:srgbClr val="A00020"/>
              </a:buClr>
              <a:buSzTx/>
              <a:buFont typeface="Arial" panose="020B0604020202020204" pitchFamily="34" charset="0"/>
              <a:buChar char="−"/>
              <a:tabLst/>
              <a:defRPr sz="1599">
                <a:solidFill>
                  <a:schemeClr val="tx1"/>
                </a:solidFill>
              </a:defRPr>
            </a:lvl2pPr>
            <a:lvl3pPr>
              <a:spcAft>
                <a:spcPts val="400"/>
              </a:spcAft>
              <a:buClr>
                <a:srgbClr val="A00020"/>
              </a:buClr>
              <a:defRPr sz="1599">
                <a:solidFill>
                  <a:schemeClr val="tx1"/>
                </a:solidFill>
              </a:defRPr>
            </a:lvl3pPr>
            <a:lvl4pPr>
              <a:spcAft>
                <a:spcPts val="400"/>
              </a:spcAft>
              <a:buClr>
                <a:srgbClr val="A00020"/>
              </a:buClr>
              <a:defRPr sz="1599">
                <a:solidFill>
                  <a:schemeClr val="tx1"/>
                </a:solidFill>
              </a:defRPr>
            </a:lvl4pPr>
            <a:lvl5pPr>
              <a:spcAft>
                <a:spcPts val="400"/>
              </a:spcAft>
              <a:buClr>
                <a:srgbClr val="A00020"/>
              </a:buClr>
              <a:defRPr sz="1599">
                <a:solidFill>
                  <a:schemeClr val="tx1"/>
                </a:solidFill>
              </a:defRPr>
            </a:lvl5pPr>
          </a:lstStyle>
          <a:p>
            <a:pPr marL="254164" marR="0" lvl="1" indent="-254164" algn="l" defTabSz="913554" rtl="0" eaLnBrk="1" fontAlgn="auto" latinLnBrk="0" hangingPunct="1">
              <a:lnSpc>
                <a:spcPct val="110000"/>
              </a:lnSpc>
              <a:spcBef>
                <a:spcPts val="0"/>
              </a:spcBef>
              <a:spcAft>
                <a:spcPts val="533"/>
              </a:spcAft>
              <a:buClr>
                <a:srgbClr val="A00020"/>
              </a:buClr>
              <a:buSzTx/>
              <a:buFont typeface="Arial" panose="020B0604020202020204" pitchFamily="34" charset="0"/>
              <a:buChar char="−"/>
              <a:tabLst/>
              <a:defRPr/>
            </a:pPr>
            <a:r>
              <a:rPr lang="en-US" noProof="0"/>
              <a:t>Text</a:t>
            </a:r>
          </a:p>
          <a:p>
            <a:pPr marL="475811" lvl="1" indent="-234733" algn="l" defTabSz="913554" rtl="0" eaLnBrk="1" latinLnBrk="0" hangingPunct="1">
              <a:lnSpc>
                <a:spcPct val="110000"/>
              </a:lnSpc>
              <a:spcBef>
                <a:spcPts val="0"/>
              </a:spcBef>
              <a:spcAft>
                <a:spcPts val="400"/>
              </a:spcAft>
              <a:buClr>
                <a:srgbClr val="A00020"/>
              </a:buClr>
              <a:buFont typeface="Arial" panose="020B0604020202020204" pitchFamily="34" charset="0"/>
              <a:buChar char="−"/>
            </a:pPr>
            <a:r>
              <a:rPr lang="en-US" noProof="0"/>
              <a:t>Text</a:t>
            </a:r>
          </a:p>
          <a:p>
            <a:pPr lvl="2"/>
            <a:r>
              <a:rPr lang="en-US" noProof="0"/>
              <a:t>Text</a:t>
            </a:r>
          </a:p>
          <a:p>
            <a:pPr lvl="3"/>
            <a:r>
              <a:rPr lang="en-US" noProof="0"/>
              <a:t>Text</a:t>
            </a:r>
          </a:p>
          <a:p>
            <a:pPr lvl="4"/>
            <a:r>
              <a:rPr lang="en-US" noProof="0"/>
              <a:t>Text</a:t>
            </a:r>
          </a:p>
        </p:txBody>
      </p:sp>
      <p:sp>
        <p:nvSpPr>
          <p:cNvPr id="16"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14"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10" name="Fußzeilenplatzhalter 9">
            <a:extLst>
              <a:ext uri="{FF2B5EF4-FFF2-40B4-BE49-F238E27FC236}">
                <a16:creationId xmlns:a16="http://schemas.microsoft.com/office/drawing/2014/main" id="{D739A945-70BF-46A0-B0C9-2E382DDB84BA}"/>
              </a:ext>
            </a:extLst>
          </p:cNvPr>
          <p:cNvSpPr>
            <a:spLocks noGrp="1"/>
          </p:cNvSpPr>
          <p:nvPr>
            <p:ph type="ftr" sz="quarter" idx="23"/>
          </p:nvPr>
        </p:nvSpPr>
        <p:spPr bwMode="gray"/>
        <p:txBody>
          <a:bodyPr/>
          <a:lstStyle/>
          <a:p>
            <a:r>
              <a:rPr lang="en-US" noProof="0">
                <a:latin typeface="Arial" panose="020B0604020202020204" pitchFamily="34" charset="0"/>
              </a:rPr>
              <a:t>LIKE Learn Development - Results - Stephanie Heim / Alexandra Mertel</a:t>
            </a:r>
          </a:p>
        </p:txBody>
      </p:sp>
      <p:sp>
        <p:nvSpPr>
          <p:cNvPr id="11" name="Foliennummernplatzhalter 10">
            <a:extLst>
              <a:ext uri="{FF2B5EF4-FFF2-40B4-BE49-F238E27FC236}">
                <a16:creationId xmlns:a16="http://schemas.microsoft.com/office/drawing/2014/main" id="{E2F9375F-C1C9-41EC-A393-DDF4D4BDA9AB}"/>
              </a:ext>
            </a:extLst>
          </p:cNvPr>
          <p:cNvSpPr>
            <a:spLocks noGrp="1"/>
          </p:cNvSpPr>
          <p:nvPr>
            <p:ph type="sldNum" sz="quarter" idx="24"/>
          </p:nvPr>
        </p:nvSpPr>
        <p:spPr bwMode="gray"/>
        <p:txBody>
          <a:bodyPr/>
          <a:lstStyle/>
          <a:p>
            <a:fld id="{99CC5461-F7F8-834A-A33C-7913089D93E6}" type="slidenum">
              <a:rPr lang="en-US" noProof="0" smtClean="0"/>
              <a:pPr/>
              <a:t>‹Nr.›</a:t>
            </a:fld>
            <a:endParaRPr lang="en-US" noProof="0"/>
          </a:p>
        </p:txBody>
      </p:sp>
      <p:graphicFrame>
        <p:nvGraphicFramePr>
          <p:cNvPr id="15" name="Objekt 14" hidden="1">
            <a:extLst>
              <a:ext uri="{FF2B5EF4-FFF2-40B4-BE49-F238E27FC236}">
                <a16:creationId xmlns:a16="http://schemas.microsoft.com/office/drawing/2014/main" id="{C6DFA398-E57B-4A32-A4A5-E7712D74C9C2}"/>
              </a:ext>
            </a:extLst>
          </p:cNvPr>
          <p:cNvGraphicFramePr>
            <a:graphicFrameLocks noChangeAspect="1"/>
          </p:cNvGraphicFramePr>
          <p:nvPr userDrawn="1">
            <p:custDataLst>
              <p:tags r:id="rId1"/>
            </p:custDataLst>
            <p:extLst>
              <p:ext uri="{D42A27DB-BD31-4B8C-83A1-F6EECF244321}">
                <p14:modId xmlns:p14="http://schemas.microsoft.com/office/powerpoint/2010/main" val="2877419386"/>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15" name="Objekt 14" hidden="1">
                        <a:extLst>
                          <a:ext uri="{FF2B5EF4-FFF2-40B4-BE49-F238E27FC236}">
                            <a16:creationId xmlns:a16="http://schemas.microsoft.com/office/drawing/2014/main" id="{C6DFA398-E57B-4A32-A4A5-E7712D74C9C2}"/>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103272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 subhead. / large image">
    <p:bg>
      <p:bgPr>
        <a:solidFill>
          <a:schemeClr val="bg1"/>
        </a:solidFill>
        <a:effectLst/>
      </p:bgPr>
    </p:bg>
    <p:spTree>
      <p:nvGrpSpPr>
        <p:cNvPr id="1" name=""/>
        <p:cNvGrpSpPr/>
        <p:nvPr/>
      </p:nvGrpSpPr>
      <p:grpSpPr>
        <a:xfrm>
          <a:off x="0" y="0"/>
          <a:ext cx="0" cy="0"/>
          <a:chOff x="0" y="0"/>
          <a:chExt cx="0" cy="0"/>
        </a:xfrm>
      </p:grpSpPr>
      <p:sp>
        <p:nvSpPr>
          <p:cNvPr id="2" name="Bildplatzhalter 3"/>
          <p:cNvSpPr>
            <a:spLocks noGrp="1"/>
          </p:cNvSpPr>
          <p:nvPr>
            <p:ph type="pic" sz="quarter" idx="13" hasCustomPrompt="1"/>
          </p:nvPr>
        </p:nvSpPr>
        <p:spPr bwMode="gray">
          <a:xfrm>
            <a:off x="480001" y="1607179"/>
            <a:ext cx="11232000" cy="4508559"/>
          </a:xfrm>
          <a:prstGeom prst="rect">
            <a:avLst/>
          </a:prstGeom>
          <a:solidFill>
            <a:schemeClr val="bg2"/>
          </a:solidFill>
        </p:spPr>
        <p:txBody>
          <a:bodyPr anchor="ctr"/>
          <a:lstStyle>
            <a:lvl1pPr marL="0" indent="0" algn="ctr">
              <a:buNone/>
              <a:defRPr sz="1599" b="0">
                <a:solidFill>
                  <a:schemeClr val="tx1"/>
                </a:solidFill>
              </a:defRPr>
            </a:lvl1pPr>
          </a:lstStyle>
          <a:p>
            <a:r>
              <a:rPr lang="en-US" noProof="0"/>
              <a:t>Click to insert Picture</a:t>
            </a:r>
          </a:p>
        </p:txBody>
      </p:sp>
      <p:sp>
        <p:nvSpPr>
          <p:cNvPr id="9"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7"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3" name="Fußzeilenplatzhalter 2">
            <a:extLst>
              <a:ext uri="{FF2B5EF4-FFF2-40B4-BE49-F238E27FC236}">
                <a16:creationId xmlns:a16="http://schemas.microsoft.com/office/drawing/2014/main" id="{AFFFAF01-4DDA-476B-8C03-2FDB15133A52}"/>
              </a:ext>
            </a:extLst>
          </p:cNvPr>
          <p:cNvSpPr>
            <a:spLocks noGrp="1"/>
          </p:cNvSpPr>
          <p:nvPr>
            <p:ph type="ftr" sz="quarter" idx="15"/>
          </p:nvPr>
        </p:nvSpPr>
        <p:spPr bwMode="gray"/>
        <p:txBody>
          <a:bodyPr/>
          <a:lstStyle/>
          <a:p>
            <a:r>
              <a:rPr lang="en-US" noProof="0">
                <a:latin typeface="Arial" panose="020B0604020202020204" pitchFamily="34" charset="0"/>
              </a:rPr>
              <a:t>LIKE Learn Development - Results - Stephanie Heim / Alexandra Mertel</a:t>
            </a:r>
          </a:p>
        </p:txBody>
      </p:sp>
      <p:sp>
        <p:nvSpPr>
          <p:cNvPr id="4" name="Foliennummernplatzhalter 3">
            <a:extLst>
              <a:ext uri="{FF2B5EF4-FFF2-40B4-BE49-F238E27FC236}">
                <a16:creationId xmlns:a16="http://schemas.microsoft.com/office/drawing/2014/main" id="{FD2D1FD5-01FC-4518-87AA-67E0FFC9251E}"/>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graphicFrame>
        <p:nvGraphicFramePr>
          <p:cNvPr id="8" name="Objekt 7" hidden="1">
            <a:extLst>
              <a:ext uri="{FF2B5EF4-FFF2-40B4-BE49-F238E27FC236}">
                <a16:creationId xmlns:a16="http://schemas.microsoft.com/office/drawing/2014/main" id="{09E0FAD3-00A4-4400-9AF9-9BBDF95928F8}"/>
              </a:ext>
            </a:extLst>
          </p:cNvPr>
          <p:cNvGraphicFramePr>
            <a:graphicFrameLocks noChangeAspect="1"/>
          </p:cNvGraphicFramePr>
          <p:nvPr userDrawn="1">
            <p:custDataLst>
              <p:tags r:id="rId1"/>
            </p:custDataLst>
            <p:extLst>
              <p:ext uri="{D42A27DB-BD31-4B8C-83A1-F6EECF244321}">
                <p14:modId xmlns:p14="http://schemas.microsoft.com/office/powerpoint/2010/main" val="3006106699"/>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8" name="Objekt 7" hidden="1">
                        <a:extLst>
                          <a:ext uri="{FF2B5EF4-FFF2-40B4-BE49-F238E27FC236}">
                            <a16:creationId xmlns:a16="http://schemas.microsoft.com/office/drawing/2014/main" id="{09E0FAD3-00A4-4400-9AF9-9BBDF95928F8}"/>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1479458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 subhead. / 2 images left + right">
    <p:bg>
      <p:bgPr>
        <a:solidFill>
          <a:schemeClr val="bg1"/>
        </a:solidFill>
        <a:effectLst/>
      </p:bgPr>
    </p:bg>
    <p:spTree>
      <p:nvGrpSpPr>
        <p:cNvPr id="1" name=""/>
        <p:cNvGrpSpPr/>
        <p:nvPr/>
      </p:nvGrpSpPr>
      <p:grpSpPr>
        <a:xfrm>
          <a:off x="0" y="0"/>
          <a:ext cx="0" cy="0"/>
          <a:chOff x="0" y="0"/>
          <a:chExt cx="0" cy="0"/>
        </a:xfrm>
      </p:grpSpPr>
      <p:sp>
        <p:nvSpPr>
          <p:cNvPr id="2" name="Bildplatzhalter 3"/>
          <p:cNvSpPr>
            <a:spLocks noGrp="1"/>
          </p:cNvSpPr>
          <p:nvPr>
            <p:ph type="pic" sz="quarter" idx="13" hasCustomPrompt="1"/>
          </p:nvPr>
        </p:nvSpPr>
        <p:spPr bwMode="gray">
          <a:xfrm>
            <a:off x="479999" y="1607179"/>
            <a:ext cx="5520752" cy="4508559"/>
          </a:xfrm>
          <a:prstGeom prst="rect">
            <a:avLst/>
          </a:prstGeom>
          <a:solidFill>
            <a:schemeClr val="bg2"/>
          </a:solidFill>
        </p:spPr>
        <p:txBody>
          <a:bodyPr anchor="ctr"/>
          <a:lstStyle>
            <a:lvl1pPr marL="0" indent="0" algn="ctr">
              <a:buNone/>
              <a:defRPr sz="1599" b="0">
                <a:solidFill>
                  <a:schemeClr val="tx1"/>
                </a:solidFill>
              </a:defRPr>
            </a:lvl1pPr>
          </a:lstStyle>
          <a:p>
            <a:r>
              <a:rPr lang="en-US" noProof="0"/>
              <a:t>Click to insert Picture</a:t>
            </a:r>
          </a:p>
        </p:txBody>
      </p:sp>
      <p:sp>
        <p:nvSpPr>
          <p:cNvPr id="3" name="Bildplatzhalter 3"/>
          <p:cNvSpPr>
            <a:spLocks noGrp="1"/>
          </p:cNvSpPr>
          <p:nvPr>
            <p:ph type="pic" sz="quarter" idx="14" hasCustomPrompt="1"/>
          </p:nvPr>
        </p:nvSpPr>
        <p:spPr bwMode="gray">
          <a:xfrm>
            <a:off x="6191249" y="1607179"/>
            <a:ext cx="5522384" cy="4508559"/>
          </a:xfrm>
          <a:prstGeom prst="rect">
            <a:avLst/>
          </a:prstGeom>
          <a:solidFill>
            <a:schemeClr val="bg2"/>
          </a:solidFill>
        </p:spPr>
        <p:txBody>
          <a:bodyPr anchor="ctr"/>
          <a:lstStyle>
            <a:lvl1pPr marL="0" indent="0" algn="ctr">
              <a:buNone/>
              <a:defRPr sz="1599" b="0">
                <a:solidFill>
                  <a:schemeClr val="tx1"/>
                </a:solidFill>
              </a:defRPr>
            </a:lvl1pPr>
          </a:lstStyle>
          <a:p>
            <a:r>
              <a:rPr lang="en-US" noProof="0"/>
              <a:t>Click to insert Picture</a:t>
            </a:r>
          </a:p>
        </p:txBody>
      </p:sp>
      <p:sp>
        <p:nvSpPr>
          <p:cNvPr id="10" name="Textplatzhalter 3"/>
          <p:cNvSpPr>
            <a:spLocks noGrp="1"/>
          </p:cNvSpPr>
          <p:nvPr>
            <p:ph type="body" sz="quarter" idx="15"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8"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4" name="Fußzeilenplatzhalter 3">
            <a:extLst>
              <a:ext uri="{FF2B5EF4-FFF2-40B4-BE49-F238E27FC236}">
                <a16:creationId xmlns:a16="http://schemas.microsoft.com/office/drawing/2014/main" id="{2A4104C2-3824-438B-AAF8-9F1476052FC1}"/>
              </a:ext>
            </a:extLst>
          </p:cNvPr>
          <p:cNvSpPr>
            <a:spLocks noGrp="1"/>
          </p:cNvSpPr>
          <p:nvPr>
            <p:ph type="ftr" sz="quarter" idx="16"/>
          </p:nvPr>
        </p:nvSpPr>
        <p:spPr bwMode="gray"/>
        <p:txBody>
          <a:bodyPr/>
          <a:lstStyle/>
          <a:p>
            <a:r>
              <a:rPr lang="en-US" noProof="0">
                <a:latin typeface="Arial" panose="020B0604020202020204" pitchFamily="34" charset="0"/>
              </a:rPr>
              <a:t>LIKE Learn Development - Results - Stephanie Heim / Alexandra Mertel</a:t>
            </a:r>
          </a:p>
        </p:txBody>
      </p:sp>
      <p:sp>
        <p:nvSpPr>
          <p:cNvPr id="5" name="Foliennummernplatzhalter 4">
            <a:extLst>
              <a:ext uri="{FF2B5EF4-FFF2-40B4-BE49-F238E27FC236}">
                <a16:creationId xmlns:a16="http://schemas.microsoft.com/office/drawing/2014/main" id="{0ABFBED8-B3BC-45D5-B0A3-DCF5CDEE5100}"/>
              </a:ext>
            </a:extLst>
          </p:cNvPr>
          <p:cNvSpPr>
            <a:spLocks noGrp="1"/>
          </p:cNvSpPr>
          <p:nvPr>
            <p:ph type="sldNum" sz="quarter" idx="17"/>
          </p:nvPr>
        </p:nvSpPr>
        <p:spPr bwMode="gray"/>
        <p:txBody>
          <a:bodyPr/>
          <a:lstStyle/>
          <a:p>
            <a:fld id="{99CC5461-F7F8-834A-A33C-7913089D93E6}" type="slidenum">
              <a:rPr lang="en-US" noProof="0" smtClean="0"/>
              <a:pPr/>
              <a:t>‹Nr.›</a:t>
            </a:fld>
            <a:endParaRPr lang="en-US" noProof="0"/>
          </a:p>
        </p:txBody>
      </p:sp>
      <p:graphicFrame>
        <p:nvGraphicFramePr>
          <p:cNvPr id="9" name="Objekt 8" hidden="1">
            <a:extLst>
              <a:ext uri="{FF2B5EF4-FFF2-40B4-BE49-F238E27FC236}">
                <a16:creationId xmlns:a16="http://schemas.microsoft.com/office/drawing/2014/main" id="{53824CB0-E202-47DA-9322-268EED2E0A89}"/>
              </a:ext>
            </a:extLst>
          </p:cNvPr>
          <p:cNvGraphicFramePr>
            <a:graphicFrameLocks noChangeAspect="1"/>
          </p:cNvGraphicFramePr>
          <p:nvPr userDrawn="1">
            <p:custDataLst>
              <p:tags r:id="rId1"/>
            </p:custDataLst>
            <p:extLst>
              <p:ext uri="{D42A27DB-BD31-4B8C-83A1-F6EECF244321}">
                <p14:modId xmlns:p14="http://schemas.microsoft.com/office/powerpoint/2010/main" val="41724032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9" name="Objekt 8" hidden="1">
                        <a:extLst>
                          <a:ext uri="{FF2B5EF4-FFF2-40B4-BE49-F238E27FC236}">
                            <a16:creationId xmlns:a16="http://schemas.microsoft.com/office/drawing/2014/main" id="{53824CB0-E202-47DA-9322-268EED2E0A89}"/>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2746727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 subhead. / 2 images left + right 2">
    <p:bg>
      <p:bgPr>
        <a:solidFill>
          <a:schemeClr val="bg1"/>
        </a:solidFill>
        <a:effectLst/>
      </p:bgPr>
    </p:bg>
    <p:spTree>
      <p:nvGrpSpPr>
        <p:cNvPr id="1" name=""/>
        <p:cNvGrpSpPr/>
        <p:nvPr/>
      </p:nvGrpSpPr>
      <p:grpSpPr>
        <a:xfrm>
          <a:off x="0" y="0"/>
          <a:ext cx="0" cy="0"/>
          <a:chOff x="0" y="0"/>
          <a:chExt cx="0" cy="0"/>
        </a:xfrm>
      </p:grpSpPr>
      <p:sp>
        <p:nvSpPr>
          <p:cNvPr id="2" name="Bildplatzhalter 3"/>
          <p:cNvSpPr>
            <a:spLocks noGrp="1"/>
          </p:cNvSpPr>
          <p:nvPr>
            <p:ph type="pic" sz="quarter" idx="13" hasCustomPrompt="1"/>
          </p:nvPr>
        </p:nvSpPr>
        <p:spPr bwMode="gray">
          <a:xfrm>
            <a:off x="2" y="1607178"/>
            <a:ext cx="6000751" cy="5250821"/>
          </a:xfrm>
          <a:prstGeom prst="rect">
            <a:avLst/>
          </a:prstGeom>
          <a:solidFill>
            <a:schemeClr val="bg2"/>
          </a:solidFill>
        </p:spPr>
        <p:txBody>
          <a:bodyPr anchor="ctr"/>
          <a:lstStyle>
            <a:lvl1pPr marL="0" indent="0" algn="ctr">
              <a:buNone/>
              <a:defRPr sz="1599" b="0">
                <a:solidFill>
                  <a:schemeClr val="tx1"/>
                </a:solidFill>
              </a:defRPr>
            </a:lvl1pPr>
          </a:lstStyle>
          <a:p>
            <a:r>
              <a:rPr lang="en-US" noProof="0"/>
              <a:t>Click to insert Picture</a:t>
            </a:r>
          </a:p>
        </p:txBody>
      </p:sp>
      <p:sp>
        <p:nvSpPr>
          <p:cNvPr id="3" name="Bildplatzhalter 3"/>
          <p:cNvSpPr>
            <a:spLocks noGrp="1"/>
          </p:cNvSpPr>
          <p:nvPr>
            <p:ph type="pic" sz="quarter" idx="14" hasCustomPrompt="1"/>
          </p:nvPr>
        </p:nvSpPr>
        <p:spPr bwMode="gray">
          <a:xfrm>
            <a:off x="6191250" y="1607178"/>
            <a:ext cx="6000751" cy="5250821"/>
          </a:xfrm>
          <a:prstGeom prst="rect">
            <a:avLst/>
          </a:prstGeom>
          <a:solidFill>
            <a:schemeClr val="bg2"/>
          </a:solidFill>
        </p:spPr>
        <p:txBody>
          <a:bodyPr anchor="ctr"/>
          <a:lstStyle>
            <a:lvl1pPr marL="0" indent="0" algn="ctr">
              <a:buNone/>
              <a:defRPr sz="1599" b="0">
                <a:solidFill>
                  <a:schemeClr val="tx1"/>
                </a:solidFill>
              </a:defRPr>
            </a:lvl1pPr>
          </a:lstStyle>
          <a:p>
            <a:r>
              <a:rPr lang="en-US" noProof="0"/>
              <a:t>Click to insert Picture</a:t>
            </a:r>
          </a:p>
        </p:txBody>
      </p:sp>
      <p:sp>
        <p:nvSpPr>
          <p:cNvPr id="10" name="Textplatzhalter 3"/>
          <p:cNvSpPr>
            <a:spLocks noGrp="1"/>
          </p:cNvSpPr>
          <p:nvPr>
            <p:ph type="body" sz="quarter" idx="15"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8"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4" name="Fußzeilenplatzhalter 3">
            <a:extLst>
              <a:ext uri="{FF2B5EF4-FFF2-40B4-BE49-F238E27FC236}">
                <a16:creationId xmlns:a16="http://schemas.microsoft.com/office/drawing/2014/main" id="{2A4104C2-3824-438B-AAF8-9F1476052FC1}"/>
              </a:ext>
            </a:extLst>
          </p:cNvPr>
          <p:cNvSpPr>
            <a:spLocks noGrp="1"/>
          </p:cNvSpPr>
          <p:nvPr>
            <p:ph type="ftr" sz="quarter" idx="16"/>
          </p:nvPr>
        </p:nvSpPr>
        <p:spPr bwMode="gray"/>
        <p:txBody>
          <a:bodyPr/>
          <a:lstStyle/>
          <a:p>
            <a:r>
              <a:rPr lang="en-US" noProof="0"/>
              <a:t>LIKE Learn Development - Results - Stephanie Heim / Alexandra Mertel</a:t>
            </a:r>
          </a:p>
        </p:txBody>
      </p:sp>
      <p:sp>
        <p:nvSpPr>
          <p:cNvPr id="5" name="Foliennummernplatzhalter 4">
            <a:extLst>
              <a:ext uri="{FF2B5EF4-FFF2-40B4-BE49-F238E27FC236}">
                <a16:creationId xmlns:a16="http://schemas.microsoft.com/office/drawing/2014/main" id="{0ABFBED8-B3BC-45D5-B0A3-DCF5CDEE5100}"/>
              </a:ext>
            </a:extLst>
          </p:cNvPr>
          <p:cNvSpPr>
            <a:spLocks noGrp="1"/>
          </p:cNvSpPr>
          <p:nvPr>
            <p:ph type="sldNum" sz="quarter" idx="17"/>
          </p:nvPr>
        </p:nvSpPr>
        <p:spPr bwMode="gray"/>
        <p:txBody>
          <a:bodyPr/>
          <a:lstStyle/>
          <a:p>
            <a:fld id="{99CC5461-F7F8-834A-A33C-7913089D93E6}" type="slidenum">
              <a:rPr lang="en-US" noProof="0" smtClean="0"/>
              <a:pPr/>
              <a:t>‹Nr.›</a:t>
            </a:fld>
            <a:endParaRPr lang="en-US" noProof="0"/>
          </a:p>
        </p:txBody>
      </p:sp>
    </p:spTree>
    <p:extLst>
      <p:ext uri="{BB962C8B-B14F-4D97-AF65-F5344CB8AC3E}">
        <p14:creationId xmlns:p14="http://schemas.microsoft.com/office/powerpoint/2010/main" val="237129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 subhead. / organization chart">
    <p:bg>
      <p:bgPr>
        <a:solidFill>
          <a:schemeClr val="bg1"/>
        </a:solidFill>
        <a:effectLst/>
      </p:bgPr>
    </p:bg>
    <p:spTree>
      <p:nvGrpSpPr>
        <p:cNvPr id="1" name=""/>
        <p:cNvGrpSpPr/>
        <p:nvPr/>
      </p:nvGrpSpPr>
      <p:grpSpPr>
        <a:xfrm>
          <a:off x="0" y="0"/>
          <a:ext cx="0" cy="0"/>
          <a:chOff x="0" y="0"/>
          <a:chExt cx="0" cy="0"/>
        </a:xfrm>
      </p:grpSpPr>
      <p:sp>
        <p:nvSpPr>
          <p:cNvPr id="2" name="SmartArt-Platzhalter 2"/>
          <p:cNvSpPr>
            <a:spLocks noGrp="1"/>
          </p:cNvSpPr>
          <p:nvPr>
            <p:ph type="dgm" idx="1" hasCustomPrompt="1"/>
          </p:nvPr>
        </p:nvSpPr>
        <p:spPr bwMode="gray">
          <a:xfrm>
            <a:off x="480002" y="1607177"/>
            <a:ext cx="11233633" cy="4508560"/>
          </a:xfrm>
          <a:prstGeom prst="rect">
            <a:avLst/>
          </a:prstGeom>
        </p:spPr>
        <p:txBody>
          <a:bodyPr anchor="ctr">
            <a:normAutofit/>
          </a:bodyPr>
          <a:lstStyle>
            <a:lvl1pPr marL="0" indent="0" algn="ctr">
              <a:buNone/>
              <a:defRPr sz="1865" b="0">
                <a:solidFill>
                  <a:schemeClr val="tx1"/>
                </a:solidFill>
              </a:defRPr>
            </a:lvl1pPr>
          </a:lstStyle>
          <a:p>
            <a:pPr lvl="0"/>
            <a:r>
              <a:rPr lang="en-US" noProof="0"/>
              <a:t>Click to insert SmartArt</a:t>
            </a:r>
          </a:p>
        </p:txBody>
      </p:sp>
      <p:sp>
        <p:nvSpPr>
          <p:cNvPr id="9" name="Textplatzhalter 3"/>
          <p:cNvSpPr>
            <a:spLocks noGrp="1"/>
          </p:cNvSpPr>
          <p:nvPr>
            <p:ph type="body" sz="quarter" idx="14" hasCustomPrompt="1"/>
          </p:nvPr>
        </p:nvSpPr>
        <p:spPr bwMode="gray">
          <a:xfrm>
            <a:off x="480000" y="891974"/>
            <a:ext cx="9120000" cy="335689"/>
          </a:xfrm>
          <a:prstGeom prst="rect">
            <a:avLst/>
          </a:prstGeom>
        </p:spPr>
        <p:txBody>
          <a:bodyPr anchor="ctr">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
        <p:nvSpPr>
          <p:cNvPr id="7" name="Titel 1"/>
          <p:cNvSpPr>
            <a:spLocks noGrp="1"/>
          </p:cNvSpPr>
          <p:nvPr>
            <p:ph type="title" hasCustomPrompt="1"/>
          </p:nvPr>
        </p:nvSpPr>
        <p:spPr bwMode="gray">
          <a:xfrm>
            <a:off x="480000" y="541900"/>
            <a:ext cx="9120000" cy="335689"/>
          </a:xfrm>
        </p:spPr>
        <p:txBody>
          <a:bodyPr anchor="b" anchorCtr="0"/>
          <a:lstStyle>
            <a:lvl1pPr algn="l">
              <a:lnSpc>
                <a:spcPts val="2664"/>
              </a:lnSpc>
              <a:defRPr sz="2132" b="1" cap="none">
                <a:solidFill>
                  <a:schemeClr val="tx2"/>
                </a:solidFill>
              </a:defRPr>
            </a:lvl1pPr>
          </a:lstStyle>
          <a:p>
            <a:r>
              <a:rPr lang="en-US" noProof="0"/>
              <a:t>Heading</a:t>
            </a:r>
          </a:p>
        </p:txBody>
      </p:sp>
      <p:sp>
        <p:nvSpPr>
          <p:cNvPr id="3" name="Fußzeilenplatzhalter 2">
            <a:extLst>
              <a:ext uri="{FF2B5EF4-FFF2-40B4-BE49-F238E27FC236}">
                <a16:creationId xmlns:a16="http://schemas.microsoft.com/office/drawing/2014/main" id="{96FB88AA-3645-4CF3-A05C-F743F56C77C4}"/>
              </a:ext>
            </a:extLst>
          </p:cNvPr>
          <p:cNvSpPr>
            <a:spLocks noGrp="1"/>
          </p:cNvSpPr>
          <p:nvPr>
            <p:ph type="ftr" sz="quarter" idx="15"/>
          </p:nvPr>
        </p:nvSpPr>
        <p:spPr bwMode="gray"/>
        <p:txBody>
          <a:bodyPr/>
          <a:lstStyle/>
          <a:p>
            <a:r>
              <a:rPr lang="en-US" noProof="0">
                <a:latin typeface="Arial" panose="020B0604020202020204" pitchFamily="34" charset="0"/>
              </a:rPr>
              <a:t>LIKE Learn Development - Results - Stephanie Heim / Alexandra Mertel</a:t>
            </a:r>
          </a:p>
        </p:txBody>
      </p:sp>
      <p:sp>
        <p:nvSpPr>
          <p:cNvPr id="4" name="Foliennummernplatzhalter 3">
            <a:extLst>
              <a:ext uri="{FF2B5EF4-FFF2-40B4-BE49-F238E27FC236}">
                <a16:creationId xmlns:a16="http://schemas.microsoft.com/office/drawing/2014/main" id="{24783FAF-9CCD-4676-A5F6-6F019B7CF141}"/>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graphicFrame>
        <p:nvGraphicFramePr>
          <p:cNvPr id="8" name="Objekt 7" hidden="1">
            <a:extLst>
              <a:ext uri="{FF2B5EF4-FFF2-40B4-BE49-F238E27FC236}">
                <a16:creationId xmlns:a16="http://schemas.microsoft.com/office/drawing/2014/main" id="{8B34E11F-A778-424A-9199-AC115E79B62C}"/>
              </a:ext>
            </a:extLst>
          </p:cNvPr>
          <p:cNvGraphicFramePr>
            <a:graphicFrameLocks noChangeAspect="1"/>
          </p:cNvGraphicFramePr>
          <p:nvPr userDrawn="1">
            <p:custDataLst>
              <p:tags r:id="rId1"/>
            </p:custDataLst>
            <p:extLst>
              <p:ext uri="{D42A27DB-BD31-4B8C-83A1-F6EECF244321}">
                <p14:modId xmlns:p14="http://schemas.microsoft.com/office/powerpoint/2010/main" val="135671515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8" name="Objekt 7" hidden="1">
                        <a:extLst>
                          <a:ext uri="{FF2B5EF4-FFF2-40B4-BE49-F238E27FC236}">
                            <a16:creationId xmlns:a16="http://schemas.microsoft.com/office/drawing/2014/main" id="{8B34E11F-A778-424A-9199-AC115E79B62C}"/>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4060207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Empty">
    <p:bg>
      <p:bgPr>
        <a:solidFill>
          <a:schemeClr val="bg1"/>
        </a:solidFill>
        <a:effectLst/>
      </p:bgPr>
    </p:bg>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539CC560-B7C1-426B-84A5-29EF6E56AFD5}"/>
              </a:ext>
            </a:extLst>
          </p:cNvPr>
          <p:cNvSpPr>
            <a:spLocks noGrp="1"/>
          </p:cNvSpPr>
          <p:nvPr>
            <p:ph type="ftr" sz="quarter" idx="10"/>
          </p:nvPr>
        </p:nvSpPr>
        <p:spPr bwMode="gray"/>
        <p:txBody>
          <a:bodyPr/>
          <a:lstStyle/>
          <a:p>
            <a:r>
              <a:rPr lang="en-US" noProof="0">
                <a:latin typeface="Arial" panose="020B0604020202020204" pitchFamily="34" charset="0"/>
              </a:rPr>
              <a:t>LIKE Learn Development - Results - Stephanie Heim / Alexandra Mertel</a:t>
            </a:r>
            <a:endParaRPr lang="en-GB" noProof="0">
              <a:latin typeface="Arial" panose="020B0604020202020204" pitchFamily="34" charset="0"/>
            </a:endParaRPr>
          </a:p>
        </p:txBody>
      </p:sp>
      <p:sp>
        <p:nvSpPr>
          <p:cNvPr id="3" name="Foliennummernplatzhalter 2">
            <a:extLst>
              <a:ext uri="{FF2B5EF4-FFF2-40B4-BE49-F238E27FC236}">
                <a16:creationId xmlns:a16="http://schemas.microsoft.com/office/drawing/2014/main" id="{284B3A15-1333-4CA9-9E7A-71E1B38314FA}"/>
              </a:ext>
            </a:extLst>
          </p:cNvPr>
          <p:cNvSpPr>
            <a:spLocks noGrp="1"/>
          </p:cNvSpPr>
          <p:nvPr>
            <p:ph type="sldNum" sz="quarter" idx="11"/>
          </p:nvPr>
        </p:nvSpPr>
        <p:spPr bwMode="gray"/>
        <p:txBody>
          <a:bodyPr/>
          <a:lstStyle/>
          <a:p>
            <a:fld id="{99CC5461-F7F8-834A-A33C-7913089D93E6}" type="slidenum">
              <a:rPr lang="en-GB" noProof="0" smtClean="0"/>
              <a:pPr/>
              <a:t>‹Nr.›</a:t>
            </a:fld>
            <a:endParaRPr lang="en-GB" noProof="0"/>
          </a:p>
        </p:txBody>
      </p:sp>
      <p:graphicFrame>
        <p:nvGraphicFramePr>
          <p:cNvPr id="4" name="Objekt 3" hidden="1">
            <a:extLst>
              <a:ext uri="{FF2B5EF4-FFF2-40B4-BE49-F238E27FC236}">
                <a16:creationId xmlns:a16="http://schemas.microsoft.com/office/drawing/2014/main" id="{FB355DE6-B426-46AD-80FE-65F642915D4E}"/>
              </a:ext>
            </a:extLst>
          </p:cNvPr>
          <p:cNvGraphicFramePr>
            <a:graphicFrameLocks noChangeAspect="1"/>
          </p:cNvGraphicFramePr>
          <p:nvPr userDrawn="1">
            <p:custDataLst>
              <p:tags r:id="rId1"/>
            </p:custDataLst>
            <p:extLst>
              <p:ext uri="{D42A27DB-BD31-4B8C-83A1-F6EECF244321}">
                <p14:modId xmlns:p14="http://schemas.microsoft.com/office/powerpoint/2010/main" val="1441939769"/>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4" name="Objekt 3" hidden="1">
                        <a:extLst>
                          <a:ext uri="{FF2B5EF4-FFF2-40B4-BE49-F238E27FC236}">
                            <a16:creationId xmlns:a16="http://schemas.microsoft.com/office/drawing/2014/main" id="{FB355DE6-B426-46AD-80FE-65F642915D4E}"/>
                          </a:ext>
                        </a:extLst>
                      </p:cNvPr>
                      <p:cNvPicPr/>
                      <p:nvPr/>
                    </p:nvPicPr>
                    <p:blipFill>
                      <a:blip r:embed="rId4"/>
                      <a:stretch>
                        <a:fillRect/>
                      </a:stretch>
                    </p:blipFill>
                    <p:spPr>
                      <a:xfrm>
                        <a:off x="2119" y="2116"/>
                        <a:ext cx="2116" cy="2115"/>
                      </a:xfrm>
                      <a:prstGeom prst="rect">
                        <a:avLst/>
                      </a:prstGeom>
                    </p:spPr>
                  </p:pic>
                </p:oleObj>
              </mc:Fallback>
            </mc:AlternateContent>
          </a:graphicData>
        </a:graphic>
      </p:graphicFrame>
    </p:spTree>
    <p:extLst>
      <p:ext uri="{BB962C8B-B14F-4D97-AF65-F5344CB8AC3E}">
        <p14:creationId xmlns:p14="http://schemas.microsoft.com/office/powerpoint/2010/main" val="275376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tart and final chart">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3386673092"/>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18" name="Rechteck 17"/>
          <p:cNvSpPr/>
          <p:nvPr userDrawn="1"/>
        </p:nvSpPr>
        <p:spPr>
          <a:xfrm>
            <a:off x="249685" y="249454"/>
            <a:ext cx="11712739" cy="6359093"/>
          </a:xfrm>
          <a:custGeom>
            <a:avLst/>
            <a:gdLst/>
            <a:ahLst/>
            <a:cxnLst/>
            <a:rect l="l" t="t" r="r" b="b"/>
            <a:pathLst>
              <a:path w="8784554" h="4773737">
                <a:moveTo>
                  <a:pt x="0" y="0"/>
                </a:moveTo>
                <a:lnTo>
                  <a:pt x="6873936" y="0"/>
                </a:lnTo>
                <a:lnTo>
                  <a:pt x="6873936" y="1193481"/>
                </a:lnTo>
                <a:lnTo>
                  <a:pt x="8784554" y="1193481"/>
                </a:lnTo>
                <a:lnTo>
                  <a:pt x="8784554" y="4773737"/>
                </a:lnTo>
                <a:lnTo>
                  <a:pt x="0" y="4773737"/>
                </a:lnTo>
                <a:close/>
              </a:path>
            </a:pathLst>
          </a:custGeom>
          <a:solidFill>
            <a:schemeClr val="bg2"/>
          </a:solidFill>
        </p:spPr>
        <p:txBody>
          <a:bodyPr rot="0" spcFirstLastPara="0" vertOverflow="overflow" horzOverflow="overflow" vert="horz" wrap="square" lIns="143867" tIns="95911" rIns="143867" bIns="95911" numCol="1" spcCol="0" rtlCol="0" fromWordArt="0" anchor="ctr" anchorCtr="0" forceAA="0" compatLnSpc="1">
            <a:prstTxWarp prst="textNoShape">
              <a:avLst/>
            </a:prstTxWarp>
            <a:noAutofit/>
          </a:bodyPr>
          <a:lstStyle/>
          <a:p>
            <a:pPr algn="ctr"/>
            <a:endParaRPr lang="de-DE" sz="1865" err="1">
              <a:latin typeface="Arial" panose="020B0604020202020204" pitchFamily="34" charset="0"/>
            </a:endParaRPr>
          </a:p>
        </p:txBody>
      </p:sp>
      <p:sp>
        <p:nvSpPr>
          <p:cNvPr id="15" name="AutoShape 3"/>
          <p:cNvSpPr>
            <a:spLocks noChangeAspect="1" noChangeArrowheads="1" noTextEdit="1"/>
          </p:cNvSpPr>
          <p:nvPr userDrawn="1"/>
        </p:nvSpPr>
        <p:spPr bwMode="auto">
          <a:xfrm>
            <a:off x="5702400" y="2025290"/>
            <a:ext cx="6040168" cy="4012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07" tIns="60904" rIns="121807" bIns="60904" numCol="1" anchor="t" anchorCtr="0" compatLnSpc="1">
            <a:prstTxWarp prst="textNoShape">
              <a:avLst/>
            </a:prstTxWarp>
          </a:bodyPr>
          <a:lstStyle/>
          <a:p>
            <a:endParaRPr lang="de-DE" sz="2397"/>
          </a:p>
        </p:txBody>
      </p:sp>
      <p:pic>
        <p:nvPicPr>
          <p:cNvPr id="5" name="Grafik 4"/>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63102" y="249454"/>
            <a:ext cx="2403557" cy="1440969"/>
          </a:xfrm>
          <a:prstGeom prst="rect">
            <a:avLst/>
          </a:prstGeom>
        </p:spPr>
      </p:pic>
    </p:spTree>
    <p:extLst>
      <p:ext uri="{BB962C8B-B14F-4D97-AF65-F5344CB8AC3E}">
        <p14:creationId xmlns:p14="http://schemas.microsoft.com/office/powerpoint/2010/main" val="2800233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Start / title + subhead. / large image">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1073856529"/>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7" name="Bildplatzhalter 7"/>
          <p:cNvSpPr>
            <a:spLocks noGrp="1"/>
          </p:cNvSpPr>
          <p:nvPr>
            <p:ph type="pic" sz="quarter" idx="10"/>
          </p:nvPr>
        </p:nvSpPr>
        <p:spPr>
          <a:xfrm>
            <a:off x="249686" y="249454"/>
            <a:ext cx="11712740" cy="6359093"/>
          </a:xfrm>
          <a:custGeom>
            <a:avLst/>
            <a:gdLst/>
            <a:ahLst/>
            <a:cxnLst/>
            <a:rect l="l" t="t" r="r" b="b"/>
            <a:pathLst>
              <a:path w="8784555" h="4773737">
                <a:moveTo>
                  <a:pt x="0" y="0"/>
                </a:moveTo>
                <a:lnTo>
                  <a:pt x="6873887" y="0"/>
                </a:lnTo>
                <a:lnTo>
                  <a:pt x="6873887" y="1189727"/>
                </a:lnTo>
                <a:lnTo>
                  <a:pt x="8784555" y="1189727"/>
                </a:lnTo>
                <a:lnTo>
                  <a:pt x="8784555" y="4773737"/>
                </a:lnTo>
                <a:lnTo>
                  <a:pt x="0" y="4773737"/>
                </a:lnTo>
                <a:close/>
              </a:path>
            </a:pathLst>
          </a:custGeom>
          <a:solidFill>
            <a:schemeClr val="bg2"/>
          </a:solidFill>
        </p:spPr>
        <p:txBody>
          <a:bodyPr anchor="ctr"/>
          <a:lstStyle>
            <a:lvl1pPr algn="ctr">
              <a:defRPr b="0"/>
            </a:lvl1pPr>
          </a:lstStyle>
          <a:p>
            <a:r>
              <a:rPr lang="de-DE" noProof="0"/>
              <a:t>Bild durch Klicken auf Symbol hinzufügen</a:t>
            </a:r>
            <a:endParaRPr lang="en-US" noProof="0"/>
          </a:p>
        </p:txBody>
      </p:sp>
      <p:pic>
        <p:nvPicPr>
          <p:cNvPr id="8" name="Grafik 7"/>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563102" y="249454"/>
            <a:ext cx="2403557" cy="1440969"/>
          </a:xfrm>
          <a:prstGeom prst="rect">
            <a:avLst/>
          </a:prstGeom>
        </p:spPr>
      </p:pic>
      <p:sp>
        <p:nvSpPr>
          <p:cNvPr id="96" name="Titel 1"/>
          <p:cNvSpPr>
            <a:spLocks noGrp="1"/>
          </p:cNvSpPr>
          <p:nvPr>
            <p:ph type="title"/>
          </p:nvPr>
        </p:nvSpPr>
        <p:spPr>
          <a:xfrm>
            <a:off x="2117" y="4363959"/>
            <a:ext cx="12189883" cy="1678445"/>
          </a:xfrm>
          <a:gradFill>
            <a:gsLst>
              <a:gs pos="0">
                <a:schemeClr val="bg1"/>
              </a:gs>
              <a:gs pos="25000">
                <a:schemeClr val="bg1">
                  <a:alpha val="80000"/>
                </a:schemeClr>
              </a:gs>
              <a:gs pos="100000">
                <a:schemeClr val="bg1"/>
              </a:gs>
              <a:gs pos="60000">
                <a:schemeClr val="bg1">
                  <a:alpha val="65000"/>
                </a:schemeClr>
              </a:gs>
            </a:gsLst>
            <a:lin ang="0" scaled="1"/>
          </a:gradFill>
        </p:spPr>
        <p:txBody>
          <a:bodyPr lIns="720000" rIns="720000" bIns="432000" anchor="b" anchorCtr="0"/>
          <a:lstStyle>
            <a:lvl1pPr algn="l">
              <a:lnSpc>
                <a:spcPct val="100000"/>
              </a:lnSpc>
              <a:defRPr sz="2932" b="1" cap="none">
                <a:solidFill>
                  <a:schemeClr val="tx2"/>
                </a:solidFill>
              </a:defRPr>
            </a:lvl1pPr>
          </a:lstStyle>
          <a:p>
            <a:r>
              <a:rPr lang="de-DE" noProof="0"/>
              <a:t>Titelmasterformat durch Klicken bearbeiten</a:t>
            </a:r>
            <a:endParaRPr lang="en-US" noProof="0"/>
          </a:p>
        </p:txBody>
      </p:sp>
      <p:sp>
        <p:nvSpPr>
          <p:cNvPr id="98" name="Textplatzhalter 2"/>
          <p:cNvSpPr>
            <a:spLocks noGrp="1"/>
          </p:cNvSpPr>
          <p:nvPr>
            <p:ph type="body" idx="1"/>
          </p:nvPr>
        </p:nvSpPr>
        <p:spPr>
          <a:xfrm>
            <a:off x="960000" y="5514894"/>
            <a:ext cx="10751517" cy="335689"/>
          </a:xfrm>
          <a:prstGeom prst="rect">
            <a:avLst/>
          </a:prstGeom>
        </p:spPr>
        <p:txBody>
          <a:bodyPr anchor="b">
            <a:noAutofit/>
          </a:bodyPr>
          <a:lstStyle>
            <a:lvl1pPr marL="0" indent="0">
              <a:lnSpc>
                <a:spcPct val="110000"/>
              </a:lnSpc>
              <a:spcAft>
                <a:spcPts val="0"/>
              </a:spcAft>
              <a:buNone/>
              <a:defRPr sz="1865" b="0">
                <a:solidFill>
                  <a:schemeClr val="accent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de-DE" noProof="0"/>
              <a:t>Textmasterformat bearbeiten</a:t>
            </a:r>
          </a:p>
        </p:txBody>
      </p:sp>
    </p:spTree>
    <p:extLst>
      <p:ext uri="{BB962C8B-B14F-4D97-AF65-F5344CB8AC3E}">
        <p14:creationId xmlns:p14="http://schemas.microsoft.com/office/powerpoint/2010/main" val="3577702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Chapter chart">
    <p:bg>
      <p:bgPr>
        <a:solidFill>
          <a:schemeClr val="bg2"/>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388509926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186" name="Line 351"/>
          <p:cNvSpPr>
            <a:spLocks noChangeShapeType="1"/>
          </p:cNvSpPr>
          <p:nvPr userDrawn="1"/>
        </p:nvSpPr>
        <p:spPr bwMode="gray">
          <a:xfrm>
            <a:off x="480000" y="6330139"/>
            <a:ext cx="11232000" cy="0"/>
          </a:xfrm>
          <a:prstGeom prst="line">
            <a:avLst/>
          </a:prstGeom>
          <a:noFill/>
          <a:ln w="12700" cmpd="sng">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891" tIns="62344" rIns="119891" bIns="62344" anchor="ctr"/>
          <a:lstStyle/>
          <a:p>
            <a:endParaRPr lang="en-US" sz="2397" noProof="0">
              <a:latin typeface="Arial"/>
            </a:endParaRPr>
          </a:p>
        </p:txBody>
      </p:sp>
      <p:sp>
        <p:nvSpPr>
          <p:cNvPr id="20" name="Titel 1"/>
          <p:cNvSpPr>
            <a:spLocks noGrp="1"/>
          </p:cNvSpPr>
          <p:nvPr>
            <p:ph type="title"/>
          </p:nvPr>
        </p:nvSpPr>
        <p:spPr>
          <a:xfrm>
            <a:off x="960000" y="3556153"/>
            <a:ext cx="10272000" cy="1438668"/>
          </a:xfrm>
        </p:spPr>
        <p:txBody>
          <a:bodyPr anchor="b" anchorCtr="0"/>
          <a:lstStyle>
            <a:lvl1pPr algn="l">
              <a:lnSpc>
                <a:spcPct val="100000"/>
              </a:lnSpc>
              <a:defRPr sz="2932" b="1" cap="none">
                <a:solidFill>
                  <a:schemeClr val="tx2"/>
                </a:solidFill>
              </a:defRPr>
            </a:lvl1pPr>
          </a:lstStyle>
          <a:p>
            <a:r>
              <a:rPr lang="de-DE" noProof="0"/>
              <a:t>Titelmasterformat durch Klicken bearbeiten</a:t>
            </a:r>
            <a:endParaRPr lang="en-US" noProof="0"/>
          </a:p>
        </p:txBody>
      </p:sp>
      <p:sp>
        <p:nvSpPr>
          <p:cNvPr id="21" name="Textplatzhalter 2"/>
          <p:cNvSpPr>
            <a:spLocks noGrp="1"/>
          </p:cNvSpPr>
          <p:nvPr>
            <p:ph type="body" idx="1"/>
          </p:nvPr>
        </p:nvSpPr>
        <p:spPr>
          <a:xfrm>
            <a:off x="960000" y="5042777"/>
            <a:ext cx="10272000" cy="335689"/>
          </a:xfrm>
          <a:prstGeom prst="rect">
            <a:avLst/>
          </a:prstGeom>
        </p:spPr>
        <p:txBody>
          <a:bodyPr anchor="b">
            <a:noAutofit/>
          </a:bodyPr>
          <a:lstStyle>
            <a:lvl1pPr marL="0" indent="0">
              <a:lnSpc>
                <a:spcPct val="110000"/>
              </a:lnSpc>
              <a:spcAft>
                <a:spcPts val="0"/>
              </a:spcAft>
              <a:buNone/>
              <a:defRPr sz="1865" b="0">
                <a:solidFill>
                  <a:schemeClr val="tx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de-DE" noProof="0"/>
              <a:t>Textmasterformat bearbeiten</a:t>
            </a:r>
          </a:p>
        </p:txBody>
      </p:sp>
      <p:sp>
        <p:nvSpPr>
          <p:cNvPr id="52"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53"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pic>
        <p:nvPicPr>
          <p:cNvPr id="8" name="Grafik 7"/>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350502" y="358962"/>
            <a:ext cx="1361017" cy="815951"/>
          </a:xfrm>
          <a:prstGeom prst="rect">
            <a:avLst/>
          </a:prstGeom>
        </p:spPr>
      </p:pic>
    </p:spTree>
    <p:extLst>
      <p:ext uri="{BB962C8B-B14F-4D97-AF65-F5344CB8AC3E}">
        <p14:creationId xmlns:p14="http://schemas.microsoft.com/office/powerpoint/2010/main" val="2248895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multiline / content">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3553352326"/>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6"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7"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9" name="Inhaltsplatzhalter 8"/>
          <p:cNvSpPr>
            <a:spLocks noGrp="1"/>
          </p:cNvSpPr>
          <p:nvPr>
            <p:ph sz="quarter" idx="10"/>
          </p:nvPr>
        </p:nvSpPr>
        <p:spPr>
          <a:xfrm>
            <a:off x="480002" y="1624096"/>
            <a:ext cx="11232001" cy="4464151"/>
          </a:xfrm>
        </p:spPr>
        <p:txBody>
          <a:bodyPr/>
          <a:lstStyle>
            <a:lvl5pPr>
              <a:defRPr baseline="0"/>
            </a:lvl5pPr>
            <a:lvl6pPr marL="757698" indent="-254164">
              <a:lnSpc>
                <a:spcPct val="110000"/>
              </a:lnSpc>
              <a:spcBef>
                <a:spcPts val="0"/>
              </a:spcBef>
              <a:spcAft>
                <a:spcPts val="533"/>
              </a:spcAft>
              <a:buClr>
                <a:schemeClr val="tx2"/>
              </a:buClr>
              <a:buFont typeface="Arial" panose="020B0604020202020204" pitchFamily="34" charset="0"/>
              <a:buChar char="−"/>
              <a:defRPr/>
            </a:lvl6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0" name="Rectangle 2"/>
          <p:cNvSpPr>
            <a:spLocks noGrp="1" noChangeArrowheads="1"/>
          </p:cNvSpPr>
          <p:nvPr>
            <p:ph type="title"/>
          </p:nvPr>
        </p:nvSpPr>
        <p:spPr bwMode="gray">
          <a:xfrm>
            <a:off x="480000" y="561080"/>
            <a:ext cx="9123749" cy="671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lgn="l" defTabSz="870733" rtl="0" eaLnBrk="1" fontAlgn="base" hangingPunct="1">
              <a:lnSpc>
                <a:spcPts val="2664"/>
              </a:lnSpc>
              <a:spcBef>
                <a:spcPct val="0"/>
              </a:spcBef>
              <a:spcAft>
                <a:spcPct val="0"/>
              </a:spcAft>
            </a:pPr>
            <a:r>
              <a:rPr lang="de-DE" noProof="0"/>
              <a:t>Titelmasterformat durch Klicken bearbeiten</a:t>
            </a:r>
            <a:endParaRPr lang="en-US" noProof="0"/>
          </a:p>
        </p:txBody>
      </p:sp>
    </p:spTree>
    <p:extLst>
      <p:ext uri="{BB962C8B-B14F-4D97-AF65-F5344CB8AC3E}">
        <p14:creationId xmlns:p14="http://schemas.microsoft.com/office/powerpoint/2010/main" val="704468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Title + subhead. / content">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extLst>
              <p:ext uri="{D42A27DB-BD31-4B8C-83A1-F6EECF244321}">
                <p14:modId xmlns:p14="http://schemas.microsoft.com/office/powerpoint/2010/main" val="942727053"/>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3" name="Objekt 2"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Inhaltsplatzhalter 4"/>
          <p:cNvSpPr>
            <a:spLocks noGrp="1"/>
          </p:cNvSpPr>
          <p:nvPr>
            <p:ph sz="quarter" idx="13"/>
          </p:nvPr>
        </p:nvSpPr>
        <p:spPr>
          <a:xfrm>
            <a:off x="480006" y="1630490"/>
            <a:ext cx="11231999" cy="4459871"/>
          </a:xfrm>
          <a:prstGeom prst="rect">
            <a:avLst/>
          </a:prstGeom>
        </p:spPr>
        <p:txBody>
          <a:bodyPr/>
          <a:lstStyle>
            <a:lvl1pPr>
              <a:defRPr>
                <a:solidFill>
                  <a:schemeClr val="tx1"/>
                </a:solidFill>
              </a:defRPr>
            </a:lvl1pPr>
            <a:lvl2pPr>
              <a:defRPr>
                <a:solidFill>
                  <a:schemeClr val="tx1"/>
                </a:solidFill>
              </a:defRPr>
            </a:lvl2pPr>
            <a:lvl3pPr>
              <a:buClr>
                <a:schemeClr val="tx2"/>
              </a:buClr>
              <a:defRPr>
                <a:solidFill>
                  <a:schemeClr val="tx1"/>
                </a:solidFill>
              </a:defRPr>
            </a:lvl3pPr>
            <a:lvl4pPr>
              <a:buClr>
                <a:schemeClr val="tx2"/>
              </a:buClr>
              <a:defRPr>
                <a:solidFill>
                  <a:schemeClr val="tx1"/>
                </a:solidFill>
              </a:defRPr>
            </a:lvl4pPr>
            <a:lvl5pPr>
              <a:buClr>
                <a:schemeClr val="tx2"/>
              </a:buCl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0"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
        <p:nvSpPr>
          <p:cNvPr id="11"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7" name="Slide Number Placeholder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9"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Tree>
    <p:extLst>
      <p:ext uri="{BB962C8B-B14F-4D97-AF65-F5344CB8AC3E}">
        <p14:creationId xmlns:p14="http://schemas.microsoft.com/office/powerpoint/2010/main" val="173971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roplan Title + subhead. / content">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extLst>
              <p:ext uri="{D42A27DB-BD31-4B8C-83A1-F6EECF244321}">
                <p14:modId xmlns:p14="http://schemas.microsoft.com/office/powerpoint/2010/main" val="359546508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3" name="Objekt 2"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Inhaltsplatzhalter 4"/>
          <p:cNvSpPr>
            <a:spLocks noGrp="1"/>
          </p:cNvSpPr>
          <p:nvPr>
            <p:ph sz="quarter" idx="13"/>
          </p:nvPr>
        </p:nvSpPr>
        <p:spPr>
          <a:xfrm>
            <a:off x="480006" y="1630490"/>
            <a:ext cx="11231999" cy="4459871"/>
          </a:xfrm>
          <a:prstGeom prst="rect">
            <a:avLst/>
          </a:prstGeom>
        </p:spPr>
        <p:txBody>
          <a:bodyPr/>
          <a:lstStyle>
            <a:lvl1pPr>
              <a:defRPr>
                <a:solidFill>
                  <a:schemeClr val="tx1"/>
                </a:solidFill>
              </a:defRPr>
            </a:lvl1pPr>
            <a:lvl2pPr>
              <a:defRPr>
                <a:solidFill>
                  <a:schemeClr val="tx1"/>
                </a:solidFill>
              </a:defRPr>
            </a:lvl2pPr>
            <a:lvl3pPr>
              <a:buClr>
                <a:schemeClr val="tx2"/>
              </a:buClr>
              <a:defRPr>
                <a:solidFill>
                  <a:schemeClr val="tx1"/>
                </a:solidFill>
              </a:defRPr>
            </a:lvl3pPr>
            <a:lvl4pPr>
              <a:buClr>
                <a:schemeClr val="tx2"/>
              </a:buClr>
              <a:defRPr>
                <a:solidFill>
                  <a:schemeClr val="tx1"/>
                </a:solidFill>
              </a:defRPr>
            </a:lvl4pPr>
            <a:lvl5pPr>
              <a:buClr>
                <a:schemeClr val="tx2"/>
              </a:buCl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0" name="Titel 1"/>
          <p:cNvSpPr>
            <a:spLocks noGrp="1"/>
          </p:cNvSpPr>
          <p:nvPr>
            <p:ph type="title"/>
          </p:nvPr>
        </p:nvSpPr>
        <p:spPr>
          <a:xfrm>
            <a:off x="480000" y="552141"/>
            <a:ext cx="816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
        <p:nvSpPr>
          <p:cNvPr id="11" name="Textplatzhalter 3"/>
          <p:cNvSpPr>
            <a:spLocks noGrp="1"/>
          </p:cNvSpPr>
          <p:nvPr>
            <p:ph type="body" sz="quarter" idx="14"/>
          </p:nvPr>
        </p:nvSpPr>
        <p:spPr>
          <a:xfrm>
            <a:off x="480000" y="901393"/>
            <a:ext cx="816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9"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2"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8" name="Rechteck 7"/>
          <p:cNvSpPr/>
          <p:nvPr userDrawn="1"/>
        </p:nvSpPr>
        <p:spPr>
          <a:xfrm>
            <a:off x="8816804" y="358962"/>
            <a:ext cx="1363200" cy="815245"/>
          </a:xfrm>
          <a:prstGeom prst="rect">
            <a:avLst/>
          </a:prstGeom>
          <a:solidFill>
            <a:schemeClr val="bg2"/>
          </a:solidFill>
          <a:ln>
            <a:noFill/>
          </a:ln>
        </p:spPr>
        <p:txBody>
          <a:bodyPr wrap="none" lIns="143867" tIns="47956" rIns="47956" bIns="71933" rtlCol="0" anchor="ctr">
            <a:noAutofit/>
          </a:bodyPr>
          <a:lstStyle/>
          <a:p>
            <a:pPr algn="ctr"/>
            <a:endParaRPr lang="en-US" sz="1865" b="1" noProof="0">
              <a:solidFill>
                <a:srgbClr val="383633"/>
              </a:solidFill>
              <a:latin typeface="+mn-lt"/>
            </a:endParaRPr>
          </a:p>
        </p:txBody>
      </p:sp>
    </p:spTree>
    <p:extLst>
      <p:ext uri="{BB962C8B-B14F-4D97-AF65-F5344CB8AC3E}">
        <p14:creationId xmlns:p14="http://schemas.microsoft.com/office/powerpoint/2010/main" val="1935464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 subhead. / numbering">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extLst>
              <p:ext uri="{D42A27DB-BD31-4B8C-83A1-F6EECF244321}">
                <p14:modId xmlns:p14="http://schemas.microsoft.com/office/powerpoint/2010/main" val="2859326896"/>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3" name="Objekt 2"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Textplatzhalter 2"/>
          <p:cNvSpPr>
            <a:spLocks noGrp="1"/>
          </p:cNvSpPr>
          <p:nvPr>
            <p:ph idx="1" hasCustomPrompt="1"/>
          </p:nvPr>
        </p:nvSpPr>
        <p:spPr>
          <a:xfrm>
            <a:off x="480007" y="1630490"/>
            <a:ext cx="11231999" cy="4459871"/>
          </a:xfrm>
          <a:prstGeom prst="rect">
            <a:avLst/>
          </a:prstGeom>
        </p:spPr>
        <p:txBody>
          <a:bodyPr vert="horz" lIns="0" tIns="0" rIns="0" bIns="0" rtlCol="0">
            <a:normAutofit/>
          </a:bodyPr>
          <a:lstStyle>
            <a:lvl1pPr marL="456781" indent="-456781">
              <a:spcAft>
                <a:spcPts val="533"/>
              </a:spcAft>
              <a:buClr>
                <a:schemeClr val="tx2"/>
              </a:buClr>
              <a:buFont typeface="+mj-lt"/>
              <a:buAutoNum type="arabicPeriod"/>
              <a:defRPr>
                <a:solidFill>
                  <a:schemeClr val="tx1"/>
                </a:solidFill>
              </a:defRPr>
            </a:lvl1pPr>
            <a:lvl2pPr marL="456781" indent="-456781">
              <a:spcAft>
                <a:spcPts val="533"/>
              </a:spcAft>
              <a:buClr>
                <a:schemeClr val="tx2"/>
              </a:buClr>
              <a:buFont typeface="+mj-lt"/>
              <a:buAutoNum type="arabicPeriod"/>
              <a:defRPr>
                <a:solidFill>
                  <a:schemeClr val="tx1"/>
                </a:solidFill>
              </a:defRPr>
            </a:lvl2pPr>
            <a:lvl3pPr marL="911163" indent="-456781">
              <a:spcAft>
                <a:spcPts val="533"/>
              </a:spcAft>
              <a:buClr>
                <a:schemeClr val="tx2"/>
              </a:buClr>
              <a:buSzPct val="100000"/>
              <a:buFont typeface="+mj-lt"/>
              <a:buAutoNum type="arabicPeriod"/>
              <a:defRPr lang="de-DE" sz="2132" dirty="0" smtClean="0">
                <a:solidFill>
                  <a:schemeClr val="tx1"/>
                </a:solidFill>
                <a:latin typeface="+mn-lt"/>
                <a:ea typeface="Arial"/>
              </a:defRPr>
            </a:lvl3pPr>
            <a:lvl4pPr marL="911163" indent="-456781">
              <a:spcAft>
                <a:spcPts val="533"/>
              </a:spcAft>
              <a:buClr>
                <a:schemeClr val="tx2"/>
              </a:buClr>
              <a:buSzPct val="100000"/>
              <a:buFont typeface="+mj-lt"/>
              <a:buAutoNum type="alphaLcPeriod"/>
              <a:defRPr lang="de-DE" sz="2132" b="0" dirty="0">
                <a:solidFill>
                  <a:schemeClr val="tx1"/>
                </a:solidFill>
                <a:latin typeface="+mn-lt"/>
                <a:ea typeface="Arial"/>
              </a:defRPr>
            </a:lvl4pPr>
            <a:lvl5pPr marL="911163" indent="-456781">
              <a:spcAft>
                <a:spcPts val="533"/>
              </a:spcAft>
              <a:buClr>
                <a:schemeClr val="tx2"/>
              </a:buClr>
              <a:buFont typeface="+mj-lt"/>
              <a:buAutoNum type="arabicPeriod"/>
              <a:defRPr sz="1865">
                <a:solidFill>
                  <a:schemeClr val="tx1"/>
                </a:solidFill>
              </a:defRPr>
            </a:lvl5pPr>
            <a:lvl6pPr marL="454383" marR="0" indent="0" algn="l" defTabSz="1160986" rtl="0" eaLnBrk="0" fontAlgn="base" latinLnBrk="0" hangingPunct="0">
              <a:lnSpc>
                <a:spcPct val="110000"/>
              </a:lnSpc>
              <a:spcBef>
                <a:spcPts val="0"/>
              </a:spcBef>
              <a:spcAft>
                <a:spcPts val="533"/>
              </a:spcAft>
              <a:buClr>
                <a:schemeClr val="tx2"/>
              </a:buClr>
              <a:buSzPct val="100000"/>
              <a:buFont typeface="+mj-lt"/>
              <a:buAutoNum type="arabicPeriod" startAt="2"/>
              <a:tabLst/>
              <a:defRPr sz="1865">
                <a:solidFill>
                  <a:schemeClr val="tx1"/>
                </a:solidFill>
              </a:defRPr>
            </a:lvl6pPr>
            <a:lvl7pPr marL="1128165" indent="0">
              <a:buFont typeface="+mj-lt"/>
              <a:buAutoNum type="arabicPeriod"/>
              <a:defRPr/>
            </a:lvl7pPr>
            <a:lvl8pPr marL="1128165" indent="-456781">
              <a:buFont typeface="+mj-lt"/>
              <a:buAutoNum type="arabicPeriod"/>
              <a:defRPr/>
            </a:lvl8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a:t>
            </a:r>
            <a:r>
              <a:rPr lang="en-US" noProof="0" err="1"/>
              <a:t>Ebene</a:t>
            </a:r>
            <a:endParaRPr lang="en-US" noProof="0"/>
          </a:p>
          <a:p>
            <a:pPr lvl="2"/>
            <a:r>
              <a:rPr lang="en-US" noProof="0" err="1"/>
              <a:t>Dritte</a:t>
            </a:r>
            <a:r>
              <a:rPr lang="en-US" noProof="0"/>
              <a:t> </a:t>
            </a:r>
            <a:r>
              <a:rPr lang="en-US" noProof="0" err="1"/>
              <a:t>Ebene</a:t>
            </a:r>
            <a:endParaRPr lang="en-US" noProof="0"/>
          </a:p>
          <a:p>
            <a:pPr lvl="3"/>
            <a:r>
              <a:rPr lang="en-US" noProof="0" err="1"/>
              <a:t>Vierte</a:t>
            </a:r>
            <a:r>
              <a:rPr lang="en-US" noProof="0"/>
              <a:t> </a:t>
            </a:r>
            <a:r>
              <a:rPr lang="en-US" noProof="0" err="1"/>
              <a:t>Ebene</a:t>
            </a:r>
            <a:endParaRPr lang="en-US" noProof="0"/>
          </a:p>
          <a:p>
            <a:pPr marL="911163" lvl="4" indent="-456781" algn="l" defTabSz="1160986" rtl="0" eaLnBrk="0" fontAlgn="base" hangingPunct="0">
              <a:lnSpc>
                <a:spcPct val="110000"/>
              </a:lnSpc>
              <a:spcBef>
                <a:spcPts val="0"/>
              </a:spcBef>
              <a:spcAft>
                <a:spcPts val="1067"/>
              </a:spcAft>
              <a:buClr>
                <a:schemeClr val="tx1"/>
              </a:buClr>
              <a:buSzPct val="100000"/>
              <a:buFont typeface="+mj-lt"/>
              <a:buAutoNum type="arabicPeriod"/>
            </a:pPr>
            <a:r>
              <a:rPr lang="en-US" noProof="0" err="1"/>
              <a:t>Fünfte</a:t>
            </a:r>
            <a:r>
              <a:rPr lang="en-US" noProof="0"/>
              <a:t> </a:t>
            </a:r>
            <a:r>
              <a:rPr lang="en-US" noProof="0" err="1"/>
              <a:t>Ebene</a:t>
            </a:r>
            <a:endParaRPr lang="en-US" noProof="0"/>
          </a:p>
          <a:p>
            <a:pPr marL="911163" lvl="5" indent="-456781" algn="l" defTabSz="1160986" rtl="0" eaLnBrk="0" fontAlgn="base" hangingPunct="0">
              <a:lnSpc>
                <a:spcPct val="110000"/>
              </a:lnSpc>
              <a:spcBef>
                <a:spcPts val="0"/>
              </a:spcBef>
              <a:spcAft>
                <a:spcPts val="1067"/>
              </a:spcAft>
              <a:buClr>
                <a:schemeClr val="tx1"/>
              </a:buClr>
              <a:buSzPct val="100000"/>
              <a:buFont typeface="+mj-lt"/>
              <a:buAutoNum type="alphaLcPeriod"/>
              <a:tabLst/>
            </a:pPr>
            <a:r>
              <a:rPr lang="en-US" noProof="0" err="1"/>
              <a:t>Sechste</a:t>
            </a:r>
            <a:r>
              <a:rPr lang="en-US" noProof="0"/>
              <a:t> </a:t>
            </a:r>
            <a:r>
              <a:rPr lang="en-US" noProof="0" err="1"/>
              <a:t>Ebene</a:t>
            </a:r>
            <a:endParaRPr lang="en-US" noProof="0"/>
          </a:p>
        </p:txBody>
      </p:sp>
      <p:sp>
        <p:nvSpPr>
          <p:cNvPr id="9"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0"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1"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12"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394221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 subhead. / content left + right">
    <p:bg>
      <p:bgPr>
        <a:solidFill>
          <a:schemeClr val="bg1"/>
        </a:solidFill>
        <a:effectLst/>
      </p:bgPr>
    </p:bg>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1"/>
            </p:custDataLst>
            <p:extLst>
              <p:ext uri="{D42A27DB-BD31-4B8C-83A1-F6EECF244321}">
                <p14:modId xmlns:p14="http://schemas.microsoft.com/office/powerpoint/2010/main" val="319002821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4" name="Objekt 3"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Inhaltsplatzhalter 3"/>
          <p:cNvSpPr>
            <a:spLocks noGrp="1"/>
          </p:cNvSpPr>
          <p:nvPr>
            <p:ph sz="quarter" idx="15"/>
          </p:nvPr>
        </p:nvSpPr>
        <p:spPr>
          <a:xfrm>
            <a:off x="6288029" y="1630490"/>
            <a:ext cx="5423999" cy="4459871"/>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3" name="Inhaltsplatzhalter 3"/>
          <p:cNvSpPr>
            <a:spLocks noGrp="1"/>
          </p:cNvSpPr>
          <p:nvPr>
            <p:ph sz="quarter" idx="14"/>
          </p:nvPr>
        </p:nvSpPr>
        <p:spPr>
          <a:xfrm>
            <a:off x="480007" y="1630490"/>
            <a:ext cx="5423999" cy="4459871"/>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0" name="Textplatzhalter 3"/>
          <p:cNvSpPr>
            <a:spLocks noGrp="1"/>
          </p:cNvSpPr>
          <p:nvPr>
            <p:ph type="body" sz="quarter" idx="16"/>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1"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2"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13"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3314653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itle + subhead. / content left + top and bottom">
    <p:bg>
      <p:bgPr>
        <a:solidFill>
          <a:schemeClr val="bg1"/>
        </a:solid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extLst>
              <p:ext uri="{D42A27DB-BD31-4B8C-83A1-F6EECF244321}">
                <p14:modId xmlns:p14="http://schemas.microsoft.com/office/powerpoint/2010/main" val="1250083103"/>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5" name="Objekt 4"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Inhaltsplatzhalter 3"/>
          <p:cNvSpPr>
            <a:spLocks noGrp="1"/>
          </p:cNvSpPr>
          <p:nvPr>
            <p:ph sz="quarter" idx="15"/>
          </p:nvPr>
        </p:nvSpPr>
        <p:spPr>
          <a:xfrm>
            <a:off x="6288029" y="1630492"/>
            <a:ext cx="5423999" cy="2158001"/>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3" name="Inhaltsplatzhalter 3"/>
          <p:cNvSpPr>
            <a:spLocks noGrp="1"/>
          </p:cNvSpPr>
          <p:nvPr>
            <p:ph sz="quarter" idx="14"/>
          </p:nvPr>
        </p:nvSpPr>
        <p:spPr>
          <a:xfrm>
            <a:off x="480007" y="1630490"/>
            <a:ext cx="5423999" cy="4459871"/>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4" name="Inhaltsplatzhalter 3"/>
          <p:cNvSpPr>
            <a:spLocks noGrp="1"/>
          </p:cNvSpPr>
          <p:nvPr>
            <p:ph sz="quarter" idx="16"/>
          </p:nvPr>
        </p:nvSpPr>
        <p:spPr>
          <a:xfrm>
            <a:off x="6288029" y="3932360"/>
            <a:ext cx="5423999" cy="2158001"/>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1" name="Textplatzhalter 3"/>
          <p:cNvSpPr>
            <a:spLocks noGrp="1"/>
          </p:cNvSpPr>
          <p:nvPr>
            <p:ph type="body" sz="quarter" idx="17"/>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2"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3"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14"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3308193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itle + subhead. / content left + image / content right">
    <p:bg>
      <p:bgPr>
        <a:solidFill>
          <a:schemeClr val="bg1"/>
        </a:solid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extLst>
              <p:ext uri="{D42A27DB-BD31-4B8C-83A1-F6EECF244321}">
                <p14:modId xmlns:p14="http://schemas.microsoft.com/office/powerpoint/2010/main" val="3363257871"/>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5" name="Objekt 4"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Bildplatzhalter 3"/>
          <p:cNvSpPr>
            <a:spLocks noGrp="1"/>
          </p:cNvSpPr>
          <p:nvPr>
            <p:ph type="pic" sz="quarter" idx="14"/>
          </p:nvPr>
        </p:nvSpPr>
        <p:spPr>
          <a:xfrm>
            <a:off x="480491" y="3932360"/>
            <a:ext cx="5422900" cy="2158001"/>
          </a:xfrm>
          <a:prstGeom prst="rect">
            <a:avLst/>
          </a:prstGeom>
          <a:solidFill>
            <a:schemeClr val="bg2"/>
          </a:solidFill>
        </p:spPr>
        <p:txBody>
          <a:bodyPr/>
          <a:lstStyle>
            <a:lvl1pPr>
              <a:defRPr sz="1599">
                <a:solidFill>
                  <a:schemeClr val="tx1"/>
                </a:solidFill>
              </a:defRPr>
            </a:lvl1pPr>
          </a:lstStyle>
          <a:p>
            <a:r>
              <a:rPr lang="de-DE" noProof="0"/>
              <a:t>Bild durch Klicken auf Symbol hinzufügen</a:t>
            </a:r>
            <a:endParaRPr lang="en-US" noProof="0"/>
          </a:p>
        </p:txBody>
      </p:sp>
      <p:sp>
        <p:nvSpPr>
          <p:cNvPr id="3" name="Inhaltsplatzhalter 3"/>
          <p:cNvSpPr>
            <a:spLocks noGrp="1"/>
          </p:cNvSpPr>
          <p:nvPr>
            <p:ph sz="quarter" idx="15"/>
          </p:nvPr>
        </p:nvSpPr>
        <p:spPr>
          <a:xfrm>
            <a:off x="6288029" y="1630490"/>
            <a:ext cx="5423999" cy="4459871"/>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4" name="Inhaltsplatzhalter 3"/>
          <p:cNvSpPr>
            <a:spLocks noGrp="1"/>
          </p:cNvSpPr>
          <p:nvPr>
            <p:ph sz="quarter" idx="16"/>
          </p:nvPr>
        </p:nvSpPr>
        <p:spPr>
          <a:xfrm>
            <a:off x="480007" y="1630492"/>
            <a:ext cx="5423999" cy="2158001"/>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1" name="Textplatzhalter 3"/>
          <p:cNvSpPr>
            <a:spLocks noGrp="1"/>
          </p:cNvSpPr>
          <p:nvPr>
            <p:ph type="body" sz="quarter" idx="17"/>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2"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3"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16"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2725549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 subhead. / content top + below left + right">
    <p:bg>
      <p:bgPr>
        <a:solidFill>
          <a:schemeClr val="bg1"/>
        </a:solid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extLst>
              <p:ext uri="{D42A27DB-BD31-4B8C-83A1-F6EECF244321}">
                <p14:modId xmlns:p14="http://schemas.microsoft.com/office/powerpoint/2010/main" val="202264743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5" name="Objekt 4"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Inhaltsplatzhalter 3"/>
          <p:cNvSpPr>
            <a:spLocks noGrp="1"/>
          </p:cNvSpPr>
          <p:nvPr>
            <p:ph sz="quarter" idx="15"/>
          </p:nvPr>
        </p:nvSpPr>
        <p:spPr>
          <a:xfrm>
            <a:off x="6288029" y="3390309"/>
            <a:ext cx="5423999" cy="270005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3" name="Inhaltsplatzhalter 3"/>
          <p:cNvSpPr>
            <a:spLocks noGrp="1"/>
          </p:cNvSpPr>
          <p:nvPr>
            <p:ph sz="quarter" idx="16"/>
          </p:nvPr>
        </p:nvSpPr>
        <p:spPr>
          <a:xfrm>
            <a:off x="480007" y="1630491"/>
            <a:ext cx="11232020" cy="143866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4" name="Inhaltsplatzhalter 3"/>
          <p:cNvSpPr>
            <a:spLocks noGrp="1"/>
          </p:cNvSpPr>
          <p:nvPr>
            <p:ph sz="quarter" idx="17"/>
          </p:nvPr>
        </p:nvSpPr>
        <p:spPr>
          <a:xfrm>
            <a:off x="480007" y="3390309"/>
            <a:ext cx="5423999" cy="270005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1"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2"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3"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14"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233056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subhead. / image above + content below">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2777110998"/>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4" name="Inhaltsplatzhalter 3"/>
          <p:cNvSpPr>
            <a:spLocks noGrp="1"/>
          </p:cNvSpPr>
          <p:nvPr>
            <p:ph sz="quarter" idx="17"/>
          </p:nvPr>
        </p:nvSpPr>
        <p:spPr>
          <a:xfrm>
            <a:off x="480008" y="3930245"/>
            <a:ext cx="11228185" cy="2158001"/>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1"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rgbClr val="000000"/>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2" name="Bildplatzhalter 3"/>
          <p:cNvSpPr>
            <a:spLocks noGrp="1"/>
          </p:cNvSpPr>
          <p:nvPr>
            <p:ph type="pic" sz="quarter" idx="13"/>
          </p:nvPr>
        </p:nvSpPr>
        <p:spPr>
          <a:xfrm>
            <a:off x="480001" y="1630491"/>
            <a:ext cx="11232000" cy="2127815"/>
          </a:xfrm>
          <a:prstGeom prst="rect">
            <a:avLst/>
          </a:prstGeom>
          <a:solidFill>
            <a:schemeClr val="bg2"/>
          </a:solidFill>
        </p:spPr>
        <p:txBody>
          <a:bodyPr/>
          <a:lstStyle>
            <a:lvl1pPr>
              <a:defRPr sz="1599" b="0">
                <a:solidFill>
                  <a:schemeClr val="tx1"/>
                </a:solidFill>
              </a:defRPr>
            </a:lvl1pPr>
          </a:lstStyle>
          <a:p>
            <a:r>
              <a:rPr lang="de-DE" noProof="0"/>
              <a:t>Bild durch Klicken auf Symbol hinzufügen</a:t>
            </a:r>
            <a:endParaRPr lang="en-US" noProof="0"/>
          </a:p>
        </p:txBody>
      </p:sp>
      <p:sp>
        <p:nvSpPr>
          <p:cNvPr id="8"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3"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14"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4092241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Only title + subhead.">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120428291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11"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8"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9"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7"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246954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1_Title + subhead. / full picture">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1092976340"/>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4"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1" b="1">
                <a:solidFill>
                  <a:srgbClr val="000000"/>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26"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37" name="Rectangle 6"/>
          <p:cNvSpPr txBox="1">
            <a:spLocks noChangeArrowheads="1"/>
          </p:cNvSpPr>
          <p:nvPr userDrawn="1"/>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de-DE"/>
            </a:defPPr>
            <a:lvl1pPr marL="0" algn="l" defTabSz="841381" rtl="0" eaLnBrk="1" latinLnBrk="0" hangingPunct="1">
              <a:spcBef>
                <a:spcPct val="0"/>
              </a:spcBef>
              <a:defRPr sz="700" b="1" kern="1200">
                <a:solidFill>
                  <a:schemeClr val="tx1"/>
                </a:solidFill>
                <a:latin typeface="Arial" panose="020B0604020202020204" pitchFamily="34" charset="0"/>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fld id="{99CC5461-F7F8-834A-A33C-7913089D93E6}" type="slidenum">
              <a:rPr lang="en-US" sz="932" noProof="0" smtClean="0">
                <a:solidFill>
                  <a:schemeClr val="tx1"/>
                </a:solidFill>
              </a:rPr>
              <a:pPr/>
              <a:t>‹Nr.›</a:t>
            </a:fld>
            <a:endParaRPr lang="en-US" sz="932" noProof="0">
              <a:solidFill>
                <a:schemeClr val="tx1"/>
              </a:solidFill>
            </a:endParaRPr>
          </a:p>
        </p:txBody>
      </p:sp>
      <p:sp>
        <p:nvSpPr>
          <p:cNvPr id="68"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pic>
        <p:nvPicPr>
          <p:cNvPr id="9" name="Grafik 8"/>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350502" y="358962"/>
            <a:ext cx="1361017" cy="815951"/>
          </a:xfrm>
          <a:prstGeom prst="rect">
            <a:avLst/>
          </a:prstGeom>
        </p:spPr>
      </p:pic>
      <p:sp>
        <p:nvSpPr>
          <p:cNvPr id="6" name="Bildplatzhalter 3"/>
          <p:cNvSpPr>
            <a:spLocks noGrp="1"/>
          </p:cNvSpPr>
          <p:nvPr>
            <p:ph type="pic" sz="quarter" idx="13"/>
          </p:nvPr>
        </p:nvSpPr>
        <p:spPr>
          <a:xfrm>
            <a:off x="0" y="1390713"/>
            <a:ext cx="12192000" cy="5466937"/>
          </a:xfrm>
          <a:prstGeom prst="rect">
            <a:avLst/>
          </a:prstGeom>
          <a:solidFill>
            <a:schemeClr val="bg2"/>
          </a:solidFill>
        </p:spPr>
        <p:txBody>
          <a:bodyPr/>
          <a:lstStyle>
            <a:lvl1pPr>
              <a:defRPr sz="1599" b="0">
                <a:solidFill>
                  <a:schemeClr val="tx1"/>
                </a:solidFill>
              </a:defRPr>
            </a:lvl1pPr>
          </a:lstStyle>
          <a:p>
            <a:r>
              <a:rPr lang="de-DE" noProof="0"/>
              <a:t>Bild durch Klicken auf Symbol hinzufügen</a:t>
            </a:r>
            <a:endParaRPr lang="en-US" noProof="0"/>
          </a:p>
        </p:txBody>
      </p:sp>
      <p:sp>
        <p:nvSpPr>
          <p:cNvPr id="11"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281803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 subhead. / table">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extLst>
              <p:ext uri="{D42A27DB-BD31-4B8C-83A1-F6EECF244321}">
                <p14:modId xmlns:p14="http://schemas.microsoft.com/office/powerpoint/2010/main" val="224790017"/>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3" name="Objekt 2"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Tabellenplatzhalter 2"/>
          <p:cNvSpPr>
            <a:spLocks noGrp="1"/>
          </p:cNvSpPr>
          <p:nvPr>
            <p:ph type="tbl" idx="1"/>
          </p:nvPr>
        </p:nvSpPr>
        <p:spPr>
          <a:xfrm>
            <a:off x="480001" y="1630490"/>
            <a:ext cx="11232000" cy="4459871"/>
          </a:xfrm>
          <a:prstGeom prst="rect">
            <a:avLst/>
          </a:prstGeom>
        </p:spPr>
        <p:txBody>
          <a:bodyPr>
            <a:normAutofit/>
          </a:bodyPr>
          <a:lstStyle>
            <a:lvl1pPr>
              <a:defRPr sz="1865" b="0">
                <a:solidFill>
                  <a:schemeClr val="tx1"/>
                </a:solidFill>
              </a:defRPr>
            </a:lvl1pPr>
          </a:lstStyle>
          <a:p>
            <a:pPr lvl="0"/>
            <a:r>
              <a:rPr lang="de-DE" noProof="0"/>
              <a:t>Tabelle durch Klicken auf Symbol hinzufügen</a:t>
            </a:r>
            <a:endParaRPr lang="en-US" noProof="0"/>
          </a:p>
        </p:txBody>
      </p:sp>
      <p:sp>
        <p:nvSpPr>
          <p:cNvPr id="9"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0"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1"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12"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1200330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 subhead. / diagram">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extLst>
              <p:ext uri="{D42A27DB-BD31-4B8C-83A1-F6EECF244321}">
                <p14:modId xmlns:p14="http://schemas.microsoft.com/office/powerpoint/2010/main" val="3622292969"/>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3" name="Objekt 2"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Diagrammplatzhalter 2"/>
          <p:cNvSpPr>
            <a:spLocks noGrp="1"/>
          </p:cNvSpPr>
          <p:nvPr>
            <p:ph type="chart" idx="1"/>
          </p:nvPr>
        </p:nvSpPr>
        <p:spPr>
          <a:xfrm>
            <a:off x="480000" y="1630490"/>
            <a:ext cx="11232000" cy="4459871"/>
          </a:xfrm>
          <a:prstGeom prst="rect">
            <a:avLst/>
          </a:prstGeom>
        </p:spPr>
        <p:txBody>
          <a:bodyPr>
            <a:normAutofit/>
          </a:bodyPr>
          <a:lstStyle>
            <a:lvl1pPr>
              <a:defRPr sz="1865" b="0">
                <a:solidFill>
                  <a:schemeClr val="tx1"/>
                </a:solidFill>
              </a:defRPr>
            </a:lvl1pPr>
          </a:lstStyle>
          <a:p>
            <a:pPr lvl="0"/>
            <a:r>
              <a:rPr lang="de-DE" noProof="0"/>
              <a:t>Diagramm durch Klicken auf Symbol hinzufügen</a:t>
            </a:r>
            <a:endParaRPr lang="en-US" noProof="0"/>
          </a:p>
        </p:txBody>
      </p:sp>
      <p:sp>
        <p:nvSpPr>
          <p:cNvPr id="9"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0"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1"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12"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1158342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 subhead. / diagram top + bottom">
    <p:bg>
      <p:bgPr>
        <a:solidFill>
          <a:schemeClr val="bg1"/>
        </a:solidFill>
        <a:effectLst/>
      </p:bgPr>
    </p:bg>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1"/>
            </p:custDataLst>
            <p:extLst>
              <p:ext uri="{D42A27DB-BD31-4B8C-83A1-F6EECF244321}">
                <p14:modId xmlns:p14="http://schemas.microsoft.com/office/powerpoint/2010/main" val="2440908500"/>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4" name="Objekt 3"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Diagrammplatzhalter 2"/>
          <p:cNvSpPr>
            <a:spLocks noGrp="1"/>
          </p:cNvSpPr>
          <p:nvPr>
            <p:ph type="chart" idx="1"/>
          </p:nvPr>
        </p:nvSpPr>
        <p:spPr>
          <a:xfrm>
            <a:off x="480000" y="1630492"/>
            <a:ext cx="11232000" cy="2158001"/>
          </a:xfrm>
          <a:prstGeom prst="rect">
            <a:avLst/>
          </a:prstGeom>
        </p:spPr>
        <p:txBody>
          <a:bodyPr>
            <a:normAutofit/>
          </a:bodyPr>
          <a:lstStyle>
            <a:lvl1pPr>
              <a:defRPr sz="1865" b="0">
                <a:solidFill>
                  <a:schemeClr val="tx1"/>
                </a:solidFill>
              </a:defRPr>
            </a:lvl1pPr>
          </a:lstStyle>
          <a:p>
            <a:pPr lvl="0"/>
            <a:r>
              <a:rPr lang="de-DE" noProof="0"/>
              <a:t>Diagramm durch Klicken auf Symbol hinzufügen</a:t>
            </a:r>
            <a:endParaRPr lang="en-US" noProof="0"/>
          </a:p>
        </p:txBody>
      </p:sp>
      <p:sp>
        <p:nvSpPr>
          <p:cNvPr id="3" name="Diagrammplatzhalter 2"/>
          <p:cNvSpPr>
            <a:spLocks noGrp="1"/>
          </p:cNvSpPr>
          <p:nvPr>
            <p:ph type="chart" idx="13"/>
          </p:nvPr>
        </p:nvSpPr>
        <p:spPr>
          <a:xfrm>
            <a:off x="480000" y="3932360"/>
            <a:ext cx="11232000" cy="2158001"/>
          </a:xfrm>
          <a:prstGeom prst="rect">
            <a:avLst/>
          </a:prstGeom>
        </p:spPr>
        <p:txBody>
          <a:bodyPr>
            <a:normAutofit/>
          </a:bodyPr>
          <a:lstStyle>
            <a:lvl1pPr>
              <a:defRPr sz="1865" b="0">
                <a:solidFill>
                  <a:schemeClr val="tx1"/>
                </a:solidFill>
              </a:defRPr>
            </a:lvl1pPr>
          </a:lstStyle>
          <a:p>
            <a:pPr lvl="0"/>
            <a:r>
              <a:rPr lang="de-DE" noProof="0"/>
              <a:t>Diagramm durch Klicken auf Symbol hinzufügen</a:t>
            </a:r>
            <a:endParaRPr lang="en-US" noProof="0"/>
          </a:p>
        </p:txBody>
      </p:sp>
      <p:sp>
        <p:nvSpPr>
          <p:cNvPr id="10"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rgbClr val="000000"/>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1"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2"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8"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206482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 subhead. / content top + bottom">
    <p:bg>
      <p:bgPr>
        <a:solidFill>
          <a:schemeClr val="bg1"/>
        </a:solidFill>
        <a:effectLst/>
      </p:bgPr>
    </p:bg>
    <p:spTree>
      <p:nvGrpSpPr>
        <p:cNvPr id="1" name=""/>
        <p:cNvGrpSpPr/>
        <p:nvPr/>
      </p:nvGrpSpPr>
      <p:grpSpPr>
        <a:xfrm>
          <a:off x="0" y="0"/>
          <a:ext cx="0" cy="0"/>
          <a:chOff x="0" y="0"/>
          <a:chExt cx="0" cy="0"/>
        </a:xfrm>
      </p:grpSpPr>
      <p:graphicFrame>
        <p:nvGraphicFramePr>
          <p:cNvPr id="6" name="Objekt 5" hidden="1"/>
          <p:cNvGraphicFramePr>
            <a:graphicFrameLocks noChangeAspect="1"/>
          </p:cNvGraphicFramePr>
          <p:nvPr userDrawn="1">
            <p:custDataLst>
              <p:tags r:id="rId1"/>
            </p:custDataLst>
            <p:extLst>
              <p:ext uri="{D42A27DB-BD31-4B8C-83A1-F6EECF244321}">
                <p14:modId xmlns:p14="http://schemas.microsoft.com/office/powerpoint/2010/main" val="1153278310"/>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6" name="Objekt 5"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Inhaltsplatzhalter 3"/>
          <p:cNvSpPr>
            <a:spLocks noGrp="1"/>
          </p:cNvSpPr>
          <p:nvPr>
            <p:ph sz="quarter" idx="21"/>
          </p:nvPr>
        </p:nvSpPr>
        <p:spPr>
          <a:xfrm>
            <a:off x="480005" y="4417407"/>
            <a:ext cx="11231519" cy="1678445"/>
          </a:xfrm>
          <a:prstGeom prst="rect">
            <a:avLst/>
          </a:prstGeom>
        </p:spPr>
        <p:txBody>
          <a:bodyPr/>
          <a:lstStyle>
            <a:lvl1pPr>
              <a:spcAft>
                <a:spcPts val="400"/>
              </a:spcAft>
              <a:defRPr sz="1599">
                <a:solidFill>
                  <a:schemeClr val="tx1"/>
                </a:solidFill>
              </a:defRPr>
            </a:lvl1pPr>
            <a:lvl2pPr>
              <a:spcAft>
                <a:spcPts val="400"/>
              </a:spcAft>
              <a:defRPr sz="1599">
                <a:solidFill>
                  <a:schemeClr val="tx1"/>
                </a:solidFill>
              </a:defRPr>
            </a:lvl2pPr>
            <a:lvl3pPr>
              <a:spcAft>
                <a:spcPts val="400"/>
              </a:spcAft>
              <a:defRPr sz="1599">
                <a:solidFill>
                  <a:schemeClr val="tx1"/>
                </a:solidFill>
              </a:defRPr>
            </a:lvl3pPr>
            <a:lvl4pPr>
              <a:spcAft>
                <a:spcPts val="400"/>
              </a:spcAft>
              <a:defRPr sz="1599">
                <a:solidFill>
                  <a:schemeClr val="tx1"/>
                </a:solidFill>
              </a:defRPr>
            </a:lvl4pPr>
            <a:lvl5pPr>
              <a:spcAft>
                <a:spcPts val="400"/>
              </a:spcAft>
              <a:defRPr sz="1599">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3" name="Textplatzhalter 2"/>
          <p:cNvSpPr>
            <a:spLocks noGrp="1"/>
          </p:cNvSpPr>
          <p:nvPr>
            <p:ph type="body" idx="1"/>
          </p:nvPr>
        </p:nvSpPr>
        <p:spPr>
          <a:xfrm>
            <a:off x="478371" y="1630494"/>
            <a:ext cx="11231519" cy="335689"/>
          </a:xfrm>
          <a:prstGeom prst="rect">
            <a:avLst/>
          </a:prstGeom>
          <a:solidFill>
            <a:schemeClr val="tx2"/>
          </a:solidFill>
          <a:ln>
            <a:noFill/>
          </a:ln>
        </p:spPr>
        <p:txBody>
          <a:bodyPr lIns="108000" tIns="36000" rIns="36000" bIns="36000" anchor="ctr">
            <a:noAutofit/>
          </a:bodyPr>
          <a:lstStyle>
            <a:lvl1pPr marL="0" indent="0">
              <a:lnSpc>
                <a:spcPct val="110000"/>
              </a:lnSpc>
              <a:spcAft>
                <a:spcPts val="0"/>
              </a:spcAft>
              <a:buNone/>
              <a:defRPr sz="1599" b="1">
                <a:solidFill>
                  <a:schemeClr val="bg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de-DE" noProof="0"/>
              <a:t>Textmasterformat bearbeiten</a:t>
            </a:r>
          </a:p>
        </p:txBody>
      </p:sp>
      <p:sp>
        <p:nvSpPr>
          <p:cNvPr id="4" name="Textplatzhalter 2"/>
          <p:cNvSpPr>
            <a:spLocks noGrp="1"/>
          </p:cNvSpPr>
          <p:nvPr>
            <p:ph type="body" idx="16"/>
          </p:nvPr>
        </p:nvSpPr>
        <p:spPr>
          <a:xfrm>
            <a:off x="478371" y="3984936"/>
            <a:ext cx="11231519" cy="335689"/>
          </a:xfrm>
          <a:prstGeom prst="rect">
            <a:avLst/>
          </a:prstGeom>
          <a:solidFill>
            <a:schemeClr val="tx2"/>
          </a:solidFill>
          <a:ln>
            <a:noFill/>
          </a:ln>
        </p:spPr>
        <p:txBody>
          <a:bodyPr lIns="108000" tIns="36000" rIns="36000" bIns="36000" anchor="ctr">
            <a:noAutofit/>
          </a:bodyPr>
          <a:lstStyle>
            <a:lvl1pPr marL="0" indent="0">
              <a:lnSpc>
                <a:spcPct val="110000"/>
              </a:lnSpc>
              <a:spcAft>
                <a:spcPts val="0"/>
              </a:spcAft>
              <a:buNone/>
              <a:defRPr sz="1599" b="1">
                <a:solidFill>
                  <a:schemeClr val="bg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de-DE" noProof="0"/>
              <a:t>Textmasterformat bearbeiten</a:t>
            </a:r>
          </a:p>
        </p:txBody>
      </p:sp>
      <p:sp>
        <p:nvSpPr>
          <p:cNvPr id="5" name="Inhaltsplatzhalter 3"/>
          <p:cNvSpPr>
            <a:spLocks noGrp="1"/>
          </p:cNvSpPr>
          <p:nvPr>
            <p:ph sz="quarter" idx="19"/>
          </p:nvPr>
        </p:nvSpPr>
        <p:spPr>
          <a:xfrm>
            <a:off x="480005" y="2062091"/>
            <a:ext cx="11231519" cy="1678445"/>
          </a:xfrm>
          <a:prstGeom prst="rect">
            <a:avLst/>
          </a:prstGeom>
        </p:spPr>
        <p:txBody>
          <a:bodyPr/>
          <a:lstStyle>
            <a:lvl1pPr>
              <a:spcAft>
                <a:spcPts val="400"/>
              </a:spcAft>
              <a:defRPr sz="1599">
                <a:solidFill>
                  <a:schemeClr val="tx1"/>
                </a:solidFill>
              </a:defRPr>
            </a:lvl1pPr>
            <a:lvl2pPr>
              <a:spcAft>
                <a:spcPts val="400"/>
              </a:spcAft>
              <a:defRPr sz="1599">
                <a:solidFill>
                  <a:schemeClr val="tx1"/>
                </a:solidFill>
              </a:defRPr>
            </a:lvl2pPr>
            <a:lvl3pPr>
              <a:spcAft>
                <a:spcPts val="400"/>
              </a:spcAft>
              <a:defRPr sz="1599">
                <a:solidFill>
                  <a:schemeClr val="tx1"/>
                </a:solidFill>
              </a:defRPr>
            </a:lvl3pPr>
            <a:lvl4pPr>
              <a:spcAft>
                <a:spcPts val="400"/>
              </a:spcAft>
              <a:defRPr sz="1599">
                <a:solidFill>
                  <a:schemeClr val="tx1"/>
                </a:solidFill>
              </a:defRPr>
            </a:lvl4pPr>
            <a:lvl5pPr>
              <a:spcAft>
                <a:spcPts val="400"/>
              </a:spcAft>
              <a:defRPr sz="1599">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2"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3"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4"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10"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146908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 subhead. / 4 contents">
    <p:bg>
      <p:bgPr>
        <a:solidFill>
          <a:schemeClr val="bg1"/>
        </a:solidFill>
        <a:effectLst/>
      </p:bgPr>
    </p:bg>
    <p:spTree>
      <p:nvGrpSpPr>
        <p:cNvPr id="1" name=""/>
        <p:cNvGrpSpPr/>
        <p:nvPr/>
      </p:nvGrpSpPr>
      <p:grpSpPr>
        <a:xfrm>
          <a:off x="0" y="0"/>
          <a:ext cx="0" cy="0"/>
          <a:chOff x="0" y="0"/>
          <a:chExt cx="0" cy="0"/>
        </a:xfrm>
      </p:grpSpPr>
      <p:graphicFrame>
        <p:nvGraphicFramePr>
          <p:cNvPr id="10" name="Objekt 9" hidden="1"/>
          <p:cNvGraphicFramePr>
            <a:graphicFrameLocks noChangeAspect="1"/>
          </p:cNvGraphicFramePr>
          <p:nvPr userDrawn="1">
            <p:custDataLst>
              <p:tags r:id="rId1"/>
            </p:custDataLst>
            <p:extLst>
              <p:ext uri="{D42A27DB-BD31-4B8C-83A1-F6EECF244321}">
                <p14:modId xmlns:p14="http://schemas.microsoft.com/office/powerpoint/2010/main" val="2877419386"/>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10" name="Objekt 9"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Textplatzhalter 2"/>
          <p:cNvSpPr>
            <a:spLocks noGrp="1"/>
          </p:cNvSpPr>
          <p:nvPr>
            <p:ph type="body" idx="1"/>
          </p:nvPr>
        </p:nvSpPr>
        <p:spPr>
          <a:xfrm>
            <a:off x="478373" y="1630494"/>
            <a:ext cx="5425017" cy="335689"/>
          </a:xfrm>
          <a:prstGeom prst="rect">
            <a:avLst/>
          </a:prstGeom>
          <a:solidFill>
            <a:srgbClr val="A00020"/>
          </a:solidFill>
          <a:ln>
            <a:noFill/>
          </a:ln>
        </p:spPr>
        <p:txBody>
          <a:bodyPr lIns="108000" tIns="36000" rIns="36000" bIns="36000" anchor="ctr">
            <a:noAutofit/>
          </a:bodyPr>
          <a:lstStyle>
            <a:lvl1pPr marL="0" indent="0">
              <a:lnSpc>
                <a:spcPct val="110000"/>
              </a:lnSpc>
              <a:spcAft>
                <a:spcPts val="0"/>
              </a:spcAft>
              <a:buNone/>
              <a:defRPr sz="1599" b="1">
                <a:solidFill>
                  <a:schemeClr val="bg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de-DE" noProof="0"/>
              <a:t>Textmasterformat bearbeiten</a:t>
            </a:r>
          </a:p>
        </p:txBody>
      </p:sp>
      <p:sp>
        <p:nvSpPr>
          <p:cNvPr id="3" name="Textplatzhalter 2"/>
          <p:cNvSpPr>
            <a:spLocks noGrp="1"/>
          </p:cNvSpPr>
          <p:nvPr>
            <p:ph type="body" idx="15"/>
          </p:nvPr>
        </p:nvSpPr>
        <p:spPr>
          <a:xfrm>
            <a:off x="6288029" y="1630494"/>
            <a:ext cx="5425017" cy="335689"/>
          </a:xfrm>
          <a:prstGeom prst="rect">
            <a:avLst/>
          </a:prstGeom>
          <a:solidFill>
            <a:srgbClr val="A00020"/>
          </a:solidFill>
          <a:ln>
            <a:noFill/>
          </a:ln>
        </p:spPr>
        <p:txBody>
          <a:bodyPr lIns="108000" tIns="36000" rIns="36000" bIns="36000" anchor="ctr">
            <a:noAutofit/>
          </a:bodyPr>
          <a:lstStyle>
            <a:lvl1pPr marL="0" indent="0">
              <a:lnSpc>
                <a:spcPct val="110000"/>
              </a:lnSpc>
              <a:spcAft>
                <a:spcPts val="0"/>
              </a:spcAft>
              <a:buNone/>
              <a:defRPr sz="1599" b="1">
                <a:solidFill>
                  <a:schemeClr val="bg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de-DE" noProof="0"/>
              <a:t>Textmasterformat bearbeiten</a:t>
            </a:r>
          </a:p>
        </p:txBody>
      </p:sp>
      <p:sp>
        <p:nvSpPr>
          <p:cNvPr id="4" name="Textplatzhalter 2"/>
          <p:cNvSpPr>
            <a:spLocks noGrp="1"/>
          </p:cNvSpPr>
          <p:nvPr>
            <p:ph type="body" idx="16"/>
          </p:nvPr>
        </p:nvSpPr>
        <p:spPr>
          <a:xfrm>
            <a:off x="478373" y="3980316"/>
            <a:ext cx="5425017" cy="335689"/>
          </a:xfrm>
          <a:prstGeom prst="rect">
            <a:avLst/>
          </a:prstGeom>
          <a:solidFill>
            <a:srgbClr val="A00020"/>
          </a:solidFill>
          <a:ln>
            <a:noFill/>
          </a:ln>
        </p:spPr>
        <p:txBody>
          <a:bodyPr lIns="108000" tIns="36000" rIns="36000" bIns="36000" anchor="ctr">
            <a:noAutofit/>
          </a:bodyPr>
          <a:lstStyle>
            <a:lvl1pPr marL="0" indent="0">
              <a:lnSpc>
                <a:spcPct val="110000"/>
              </a:lnSpc>
              <a:spcAft>
                <a:spcPts val="0"/>
              </a:spcAft>
              <a:buNone/>
              <a:defRPr sz="1599" b="1">
                <a:solidFill>
                  <a:schemeClr val="bg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de-DE" noProof="0"/>
              <a:t>Textmasterformat bearbeiten</a:t>
            </a:r>
          </a:p>
        </p:txBody>
      </p:sp>
      <p:sp>
        <p:nvSpPr>
          <p:cNvPr id="5" name="Textplatzhalter 2"/>
          <p:cNvSpPr>
            <a:spLocks noGrp="1"/>
          </p:cNvSpPr>
          <p:nvPr>
            <p:ph type="body" idx="17"/>
          </p:nvPr>
        </p:nvSpPr>
        <p:spPr>
          <a:xfrm>
            <a:off x="6288029" y="3980316"/>
            <a:ext cx="5425017" cy="335689"/>
          </a:xfrm>
          <a:prstGeom prst="rect">
            <a:avLst/>
          </a:prstGeom>
          <a:solidFill>
            <a:srgbClr val="A00020"/>
          </a:solidFill>
        </p:spPr>
        <p:txBody>
          <a:bodyPr lIns="108000" tIns="36000" rIns="36000" bIns="36000" anchor="ctr">
            <a:noAutofit/>
          </a:bodyPr>
          <a:lstStyle>
            <a:lvl1pPr marL="0" indent="0">
              <a:lnSpc>
                <a:spcPct val="110000"/>
              </a:lnSpc>
              <a:spcAft>
                <a:spcPts val="0"/>
              </a:spcAft>
              <a:buNone/>
              <a:defRPr sz="1599" b="1">
                <a:solidFill>
                  <a:schemeClr val="bg1"/>
                </a:solidFill>
              </a:defRPr>
            </a:lvl1pPr>
            <a:lvl2pPr marL="609041" indent="0">
              <a:buNone/>
              <a:defRPr sz="2397"/>
            </a:lvl2pPr>
            <a:lvl3pPr marL="1218082" indent="0">
              <a:buNone/>
              <a:defRPr sz="2132"/>
            </a:lvl3pPr>
            <a:lvl4pPr marL="1827122" indent="0">
              <a:buNone/>
              <a:defRPr sz="1865"/>
            </a:lvl4pPr>
            <a:lvl5pPr marL="2436162" indent="0">
              <a:buNone/>
              <a:defRPr sz="1865"/>
            </a:lvl5pPr>
            <a:lvl6pPr marL="3045204" indent="0">
              <a:buNone/>
              <a:defRPr sz="1865"/>
            </a:lvl6pPr>
            <a:lvl7pPr marL="3654243" indent="0">
              <a:buNone/>
              <a:defRPr sz="1865"/>
            </a:lvl7pPr>
            <a:lvl8pPr marL="4263285" indent="0">
              <a:buNone/>
              <a:defRPr sz="1865"/>
            </a:lvl8pPr>
            <a:lvl9pPr marL="4872325" indent="0">
              <a:buNone/>
              <a:defRPr sz="1865"/>
            </a:lvl9pPr>
          </a:lstStyle>
          <a:p>
            <a:pPr lvl="0"/>
            <a:r>
              <a:rPr lang="de-DE" noProof="0"/>
              <a:t>Textmasterformat bearbeiten</a:t>
            </a:r>
          </a:p>
        </p:txBody>
      </p:sp>
      <p:sp>
        <p:nvSpPr>
          <p:cNvPr id="6" name="Inhaltsplatzhalter 3"/>
          <p:cNvSpPr>
            <a:spLocks noGrp="1"/>
          </p:cNvSpPr>
          <p:nvPr>
            <p:ph sz="quarter" idx="19"/>
          </p:nvPr>
        </p:nvSpPr>
        <p:spPr>
          <a:xfrm>
            <a:off x="480007" y="2062091"/>
            <a:ext cx="5423999" cy="1678445"/>
          </a:xfrm>
          <a:prstGeom prst="rect">
            <a:avLst/>
          </a:prstGeom>
        </p:spPr>
        <p:txBody>
          <a:bodyPr/>
          <a:lstStyle>
            <a:lvl1pPr>
              <a:spcAft>
                <a:spcPts val="400"/>
              </a:spcAft>
              <a:defRPr sz="1599">
                <a:solidFill>
                  <a:schemeClr val="tx1"/>
                </a:solidFill>
              </a:defRPr>
            </a:lvl1pPr>
            <a:lvl2pPr>
              <a:spcAft>
                <a:spcPts val="400"/>
              </a:spcAft>
              <a:defRPr sz="1599">
                <a:solidFill>
                  <a:schemeClr val="tx1"/>
                </a:solidFill>
              </a:defRPr>
            </a:lvl2pPr>
            <a:lvl3pPr>
              <a:spcAft>
                <a:spcPts val="400"/>
              </a:spcAft>
              <a:defRPr sz="1599">
                <a:solidFill>
                  <a:schemeClr val="tx1"/>
                </a:solidFill>
              </a:defRPr>
            </a:lvl3pPr>
            <a:lvl4pPr>
              <a:spcAft>
                <a:spcPts val="400"/>
              </a:spcAft>
              <a:defRPr sz="1599">
                <a:solidFill>
                  <a:schemeClr val="tx1"/>
                </a:solidFill>
              </a:defRPr>
            </a:lvl4pPr>
            <a:lvl5pPr>
              <a:spcAft>
                <a:spcPts val="400"/>
              </a:spcAft>
              <a:defRPr sz="1599">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7" name="Inhaltsplatzhalter 3"/>
          <p:cNvSpPr>
            <a:spLocks noGrp="1"/>
          </p:cNvSpPr>
          <p:nvPr>
            <p:ph sz="quarter" idx="20"/>
          </p:nvPr>
        </p:nvSpPr>
        <p:spPr>
          <a:xfrm>
            <a:off x="6288029" y="2062091"/>
            <a:ext cx="5423999" cy="1678445"/>
          </a:xfrm>
          <a:prstGeom prst="rect">
            <a:avLst/>
          </a:prstGeom>
          <a:ln>
            <a:noFill/>
          </a:ln>
        </p:spPr>
        <p:txBody>
          <a:bodyPr/>
          <a:lstStyle>
            <a:lvl1pPr>
              <a:spcAft>
                <a:spcPts val="400"/>
              </a:spcAft>
              <a:defRPr sz="1599">
                <a:solidFill>
                  <a:schemeClr val="tx1"/>
                </a:solidFill>
              </a:defRPr>
            </a:lvl1pPr>
            <a:lvl2pPr>
              <a:spcAft>
                <a:spcPts val="400"/>
              </a:spcAft>
              <a:defRPr sz="1599">
                <a:solidFill>
                  <a:schemeClr val="tx1"/>
                </a:solidFill>
              </a:defRPr>
            </a:lvl2pPr>
            <a:lvl3pPr>
              <a:spcAft>
                <a:spcPts val="400"/>
              </a:spcAft>
              <a:defRPr sz="1599">
                <a:solidFill>
                  <a:schemeClr val="tx1"/>
                </a:solidFill>
              </a:defRPr>
            </a:lvl3pPr>
            <a:lvl4pPr>
              <a:spcAft>
                <a:spcPts val="400"/>
              </a:spcAft>
              <a:defRPr sz="1599">
                <a:solidFill>
                  <a:schemeClr val="tx1"/>
                </a:solidFill>
              </a:defRPr>
            </a:lvl4pPr>
            <a:lvl5pPr>
              <a:spcAft>
                <a:spcPts val="400"/>
              </a:spcAft>
              <a:defRPr sz="1599">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8" name="Inhaltsplatzhalter 3"/>
          <p:cNvSpPr>
            <a:spLocks noGrp="1"/>
          </p:cNvSpPr>
          <p:nvPr>
            <p:ph sz="quarter" idx="21"/>
          </p:nvPr>
        </p:nvSpPr>
        <p:spPr>
          <a:xfrm>
            <a:off x="478374" y="4411915"/>
            <a:ext cx="5423999" cy="1678445"/>
          </a:xfrm>
          <a:prstGeom prst="rect">
            <a:avLst/>
          </a:prstGeom>
        </p:spPr>
        <p:txBody>
          <a:bodyPr/>
          <a:lstStyle>
            <a:lvl1pPr>
              <a:spcAft>
                <a:spcPts val="400"/>
              </a:spcAft>
              <a:defRPr sz="1599">
                <a:solidFill>
                  <a:schemeClr val="tx1"/>
                </a:solidFill>
              </a:defRPr>
            </a:lvl1pPr>
            <a:lvl2pPr>
              <a:spcAft>
                <a:spcPts val="400"/>
              </a:spcAft>
              <a:defRPr sz="1599">
                <a:solidFill>
                  <a:schemeClr val="tx1"/>
                </a:solidFill>
              </a:defRPr>
            </a:lvl2pPr>
            <a:lvl3pPr>
              <a:spcAft>
                <a:spcPts val="400"/>
              </a:spcAft>
              <a:defRPr sz="1599">
                <a:solidFill>
                  <a:schemeClr val="tx1"/>
                </a:solidFill>
              </a:defRPr>
            </a:lvl3pPr>
            <a:lvl4pPr>
              <a:spcAft>
                <a:spcPts val="400"/>
              </a:spcAft>
              <a:defRPr sz="1599">
                <a:solidFill>
                  <a:schemeClr val="tx1"/>
                </a:solidFill>
              </a:defRPr>
            </a:lvl4pPr>
            <a:lvl5pPr>
              <a:spcAft>
                <a:spcPts val="400"/>
              </a:spcAft>
              <a:defRPr sz="1599">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9" name="Inhaltsplatzhalter 3"/>
          <p:cNvSpPr>
            <a:spLocks noGrp="1"/>
          </p:cNvSpPr>
          <p:nvPr>
            <p:ph sz="quarter" idx="22"/>
          </p:nvPr>
        </p:nvSpPr>
        <p:spPr>
          <a:xfrm>
            <a:off x="6286394" y="4411915"/>
            <a:ext cx="5423999" cy="1678445"/>
          </a:xfrm>
          <a:prstGeom prst="rect">
            <a:avLst/>
          </a:prstGeom>
        </p:spPr>
        <p:txBody>
          <a:bodyPr/>
          <a:lstStyle>
            <a:lvl1pPr>
              <a:spcAft>
                <a:spcPts val="400"/>
              </a:spcAft>
              <a:defRPr sz="1599">
                <a:solidFill>
                  <a:schemeClr val="tx1"/>
                </a:solidFill>
              </a:defRPr>
            </a:lvl1pPr>
            <a:lvl2pPr>
              <a:spcAft>
                <a:spcPts val="400"/>
              </a:spcAft>
              <a:defRPr sz="1599">
                <a:solidFill>
                  <a:schemeClr val="tx1"/>
                </a:solidFill>
              </a:defRPr>
            </a:lvl2pPr>
            <a:lvl3pPr>
              <a:spcAft>
                <a:spcPts val="400"/>
              </a:spcAft>
              <a:defRPr sz="1599">
                <a:solidFill>
                  <a:schemeClr val="tx1"/>
                </a:solidFill>
              </a:defRPr>
            </a:lvl3pPr>
            <a:lvl4pPr>
              <a:spcAft>
                <a:spcPts val="400"/>
              </a:spcAft>
              <a:defRPr sz="1599">
                <a:solidFill>
                  <a:schemeClr val="tx1"/>
                </a:solidFill>
              </a:defRPr>
            </a:lvl4pPr>
            <a:lvl5pPr>
              <a:spcAft>
                <a:spcPts val="400"/>
              </a:spcAft>
              <a:defRPr sz="1599">
                <a:solidFill>
                  <a:schemeClr val="tx1"/>
                </a:solidFill>
              </a:defRPr>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6"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7"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8"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14"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1825527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 subhead. / large image">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extLst>
              <p:ext uri="{D42A27DB-BD31-4B8C-83A1-F6EECF244321}">
                <p14:modId xmlns:p14="http://schemas.microsoft.com/office/powerpoint/2010/main" val="3006106699"/>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3" name="Objekt 2"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Bildplatzhalter 3"/>
          <p:cNvSpPr>
            <a:spLocks noGrp="1"/>
          </p:cNvSpPr>
          <p:nvPr>
            <p:ph type="pic" sz="quarter" idx="13"/>
          </p:nvPr>
        </p:nvSpPr>
        <p:spPr>
          <a:xfrm>
            <a:off x="480001" y="1630490"/>
            <a:ext cx="11232000" cy="4459871"/>
          </a:xfrm>
          <a:prstGeom prst="rect">
            <a:avLst/>
          </a:prstGeom>
          <a:solidFill>
            <a:schemeClr val="bg2"/>
          </a:solidFill>
        </p:spPr>
        <p:txBody>
          <a:bodyPr/>
          <a:lstStyle>
            <a:lvl1pPr>
              <a:defRPr sz="1599" b="0">
                <a:solidFill>
                  <a:schemeClr val="tx1"/>
                </a:solidFill>
              </a:defRPr>
            </a:lvl1pPr>
          </a:lstStyle>
          <a:p>
            <a:r>
              <a:rPr lang="de-DE" noProof="0"/>
              <a:t>Bild durch Klicken auf Symbol hinzufügen</a:t>
            </a:r>
            <a:endParaRPr lang="en-US" noProof="0"/>
          </a:p>
        </p:txBody>
      </p:sp>
      <p:sp>
        <p:nvSpPr>
          <p:cNvPr id="9"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0"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1"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7"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2303812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 subhead. / 2 images left + right">
    <p:bg>
      <p:bgPr>
        <a:solidFill>
          <a:schemeClr val="bg1"/>
        </a:solidFill>
        <a:effectLst/>
      </p:bgPr>
    </p:bg>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1"/>
            </p:custDataLst>
            <p:extLst>
              <p:ext uri="{D42A27DB-BD31-4B8C-83A1-F6EECF244321}">
                <p14:modId xmlns:p14="http://schemas.microsoft.com/office/powerpoint/2010/main" val="41724032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4" name="Objekt 3"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Bildplatzhalter 3"/>
          <p:cNvSpPr>
            <a:spLocks noGrp="1"/>
          </p:cNvSpPr>
          <p:nvPr>
            <p:ph type="pic" sz="quarter" idx="13"/>
          </p:nvPr>
        </p:nvSpPr>
        <p:spPr>
          <a:xfrm>
            <a:off x="480001" y="1630490"/>
            <a:ext cx="5568000" cy="4459871"/>
          </a:xfrm>
          <a:prstGeom prst="rect">
            <a:avLst/>
          </a:prstGeom>
          <a:solidFill>
            <a:schemeClr val="bg2"/>
          </a:solidFill>
        </p:spPr>
        <p:txBody>
          <a:bodyPr/>
          <a:lstStyle>
            <a:lvl1pPr>
              <a:defRPr sz="1599" b="0">
                <a:solidFill>
                  <a:schemeClr val="tx1"/>
                </a:solidFill>
              </a:defRPr>
            </a:lvl1pPr>
          </a:lstStyle>
          <a:p>
            <a:r>
              <a:rPr lang="de-DE" noProof="0"/>
              <a:t>Bild durch Klicken auf Symbol hinzufügen</a:t>
            </a:r>
            <a:endParaRPr lang="en-US" noProof="0"/>
          </a:p>
        </p:txBody>
      </p:sp>
      <p:sp>
        <p:nvSpPr>
          <p:cNvPr id="3" name="Bildplatzhalter 3"/>
          <p:cNvSpPr>
            <a:spLocks noGrp="1"/>
          </p:cNvSpPr>
          <p:nvPr>
            <p:ph type="pic" sz="quarter" idx="14"/>
          </p:nvPr>
        </p:nvSpPr>
        <p:spPr>
          <a:xfrm>
            <a:off x="6144001" y="1630490"/>
            <a:ext cx="5568000" cy="4459871"/>
          </a:xfrm>
          <a:prstGeom prst="rect">
            <a:avLst/>
          </a:prstGeom>
          <a:solidFill>
            <a:schemeClr val="bg2"/>
          </a:solidFill>
        </p:spPr>
        <p:txBody>
          <a:bodyPr/>
          <a:lstStyle>
            <a:lvl1pPr>
              <a:defRPr sz="1599" b="0">
                <a:solidFill>
                  <a:schemeClr val="tx1"/>
                </a:solidFill>
              </a:defRPr>
            </a:lvl1pPr>
          </a:lstStyle>
          <a:p>
            <a:r>
              <a:rPr lang="de-DE" noProof="0"/>
              <a:t>Bild durch Klicken auf Symbol hinzufügen</a:t>
            </a:r>
            <a:endParaRPr lang="en-US" noProof="0"/>
          </a:p>
        </p:txBody>
      </p:sp>
      <p:sp>
        <p:nvSpPr>
          <p:cNvPr id="10" name="Textplatzhalter 3"/>
          <p:cNvSpPr>
            <a:spLocks noGrp="1"/>
          </p:cNvSpPr>
          <p:nvPr>
            <p:ph type="body" sz="quarter" idx="15"/>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1"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2"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8"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2883814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itle + subhead. / organization chart">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userDrawn="1">
            <p:custDataLst>
              <p:tags r:id="rId1"/>
            </p:custDataLst>
            <p:extLst>
              <p:ext uri="{D42A27DB-BD31-4B8C-83A1-F6EECF244321}">
                <p14:modId xmlns:p14="http://schemas.microsoft.com/office/powerpoint/2010/main" val="1356715155"/>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3" name="Objekt 2"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2" name="SmartArt-Platzhalter 2"/>
          <p:cNvSpPr>
            <a:spLocks noGrp="1"/>
          </p:cNvSpPr>
          <p:nvPr>
            <p:ph type="dgm" idx="1"/>
          </p:nvPr>
        </p:nvSpPr>
        <p:spPr>
          <a:xfrm>
            <a:off x="480001" y="1630490"/>
            <a:ext cx="11232000" cy="4459871"/>
          </a:xfrm>
          <a:prstGeom prst="rect">
            <a:avLst/>
          </a:prstGeom>
        </p:spPr>
        <p:txBody>
          <a:bodyPr>
            <a:normAutofit/>
          </a:bodyPr>
          <a:lstStyle>
            <a:lvl1pPr>
              <a:defRPr sz="1865" b="0">
                <a:solidFill>
                  <a:schemeClr val="tx1"/>
                </a:solidFill>
              </a:defRPr>
            </a:lvl1pPr>
          </a:lstStyle>
          <a:p>
            <a:pPr lvl="0"/>
            <a:r>
              <a:rPr lang="de-DE" noProof="0"/>
              <a:t>Klicken Sie auf das Symbol, um die SmartArt-Grafik hinzuzufügen</a:t>
            </a:r>
            <a:endParaRPr lang="en-US" noProof="0"/>
          </a:p>
        </p:txBody>
      </p:sp>
      <p:sp>
        <p:nvSpPr>
          <p:cNvPr id="9" name="Textplatzhalter 3"/>
          <p:cNvSpPr>
            <a:spLocks noGrp="1"/>
          </p:cNvSpPr>
          <p:nvPr>
            <p:ph type="body" sz="quarter" idx="14"/>
          </p:nvPr>
        </p:nvSpPr>
        <p:spPr>
          <a:xfrm>
            <a:off x="480000" y="901393"/>
            <a:ext cx="9120000" cy="335689"/>
          </a:xfrm>
          <a:prstGeom prst="rect">
            <a:avLst/>
          </a:prstGeom>
        </p:spPr>
        <p:txBody>
          <a:bodyPr anchor="ctr">
            <a:noAutofit/>
          </a:bodyPr>
          <a:lstStyle>
            <a:lvl1pPr>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de-DE" noProof="0"/>
              <a:t>Textmasterformat bearbeiten</a:t>
            </a:r>
          </a:p>
        </p:txBody>
      </p:sp>
      <p:sp>
        <p:nvSpPr>
          <p:cNvPr id="10"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US" noProof="0" smtClean="0"/>
              <a:pPr/>
              <a:t>‹Nr.›</a:t>
            </a:fld>
            <a:endParaRPr lang="en-US" noProof="0"/>
          </a:p>
        </p:txBody>
      </p:sp>
      <p:sp>
        <p:nvSpPr>
          <p:cNvPr id="11"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p>
        </p:txBody>
      </p:sp>
      <p:sp>
        <p:nvSpPr>
          <p:cNvPr id="7" name="Titel 1"/>
          <p:cNvSpPr>
            <a:spLocks noGrp="1"/>
          </p:cNvSpPr>
          <p:nvPr>
            <p:ph type="title"/>
          </p:nvPr>
        </p:nvSpPr>
        <p:spPr>
          <a:xfrm>
            <a:off x="480000" y="552141"/>
            <a:ext cx="9120000" cy="335689"/>
          </a:xfrm>
        </p:spPr>
        <p:txBody>
          <a:bodyPr anchor="b" anchorCtr="0"/>
          <a:lstStyle>
            <a:lvl1pPr algn="l">
              <a:lnSpc>
                <a:spcPts val="2664"/>
              </a:lnSpc>
              <a:defRPr sz="2132" b="1" cap="none">
                <a:solidFill>
                  <a:schemeClr val="tx2"/>
                </a:solidFill>
              </a:defRPr>
            </a:lvl1pPr>
          </a:lstStyle>
          <a:p>
            <a:r>
              <a:rPr lang="de-DE" noProof="0"/>
              <a:t>Titelmasterformat durch Klicken bearbeiten</a:t>
            </a:r>
            <a:endParaRPr lang="en-US" noProof="0"/>
          </a:p>
        </p:txBody>
      </p:sp>
    </p:spTree>
    <p:extLst>
      <p:ext uri="{BB962C8B-B14F-4D97-AF65-F5344CB8AC3E}">
        <p14:creationId xmlns:p14="http://schemas.microsoft.com/office/powerpoint/2010/main" val="3815194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Empty">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1441939769"/>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Folie" r:id="rId3" imgW="413" imgH="414" progId="TCLayout.ActiveDocument.1">
                  <p:embed/>
                </p:oleObj>
              </mc:Choice>
              <mc:Fallback>
                <p:oleObj name="think-cell Folie" r:id="rId3" imgW="413" imgH="414"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5" name="Rectangle 6"/>
          <p:cNvSpPr>
            <a:spLocks noGrp="1" noChangeArrowheads="1"/>
          </p:cNvSpPr>
          <p:nvPr>
            <p:ph type="sldNum" sz="quarter" idx="4"/>
          </p:nvPr>
        </p:nvSpPr>
        <p:spPr bwMode="auto">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Arial" panose="020B0604020202020204" pitchFamily="34" charset="0"/>
              </a:defRPr>
            </a:lvl1pPr>
          </a:lstStyle>
          <a:p>
            <a:fld id="{99CC5461-F7F8-834A-A33C-7913089D93E6}" type="slidenum">
              <a:rPr lang="en-GB" noProof="0" smtClean="0"/>
              <a:pPr/>
              <a:t>‹Nr.›</a:t>
            </a:fld>
            <a:endParaRPr lang="en-GB" noProof="0"/>
          </a:p>
        </p:txBody>
      </p:sp>
      <p:sp>
        <p:nvSpPr>
          <p:cNvPr id="6" name="Fußzeilenplatzhalter 49"/>
          <p:cNvSpPr>
            <a:spLocks noGrp="1"/>
          </p:cNvSpPr>
          <p:nvPr>
            <p:ph type="ftr" sz="quarter" idx="3"/>
          </p:nvPr>
        </p:nvSpPr>
        <p:spPr>
          <a:xfrm>
            <a:off x="960001" y="6472262"/>
            <a:ext cx="10752000"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Verdana" charset="0"/>
                <a:ea typeface="Arial"/>
                <a:cs typeface="+mn-cs"/>
              </a:defRPr>
            </a:lvl1pPr>
          </a:lstStyle>
          <a:p>
            <a:r>
              <a:rPr lang="en-US" noProof="0">
                <a:latin typeface="Arial" panose="020B0604020202020204" pitchFamily="34" charset="0"/>
              </a:rPr>
              <a:t>LIKE Learn Development - Results - Stephanie Heim / Alexandra Mertel</a:t>
            </a:r>
            <a:endParaRPr lang="en-GB" noProof="0">
              <a:latin typeface="Arial" panose="020B0604020202020204" pitchFamily="34" charset="0"/>
            </a:endParaRPr>
          </a:p>
        </p:txBody>
      </p:sp>
    </p:spTree>
    <p:extLst>
      <p:ext uri="{BB962C8B-B14F-4D97-AF65-F5344CB8AC3E}">
        <p14:creationId xmlns:p14="http://schemas.microsoft.com/office/powerpoint/2010/main" val="310537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Intro 1">
    <p:bg>
      <p:bgPr>
        <a:solidFill>
          <a:schemeClr val="bg1"/>
        </a:solid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1B5A00D9-1349-4C51-B801-D64695D401B6}"/>
              </a:ext>
            </a:extLst>
          </p:cNvPr>
          <p:cNvSpPr/>
          <p:nvPr userDrawn="1"/>
        </p:nvSpPr>
        <p:spPr bwMode="gray">
          <a:xfrm>
            <a:off x="0" y="1607179"/>
            <a:ext cx="12192000" cy="52508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noProof="0"/>
          </a:p>
        </p:txBody>
      </p:sp>
      <p:sp>
        <p:nvSpPr>
          <p:cNvPr id="10" name="Rectangle 2"/>
          <p:cNvSpPr>
            <a:spLocks noGrp="1" noChangeArrowheads="1"/>
          </p:cNvSpPr>
          <p:nvPr>
            <p:ph type="title" hasCustomPrompt="1"/>
          </p:nvPr>
        </p:nvSpPr>
        <p:spPr bwMode="gray">
          <a:xfrm>
            <a:off x="480000" y="561081"/>
            <a:ext cx="9123749" cy="335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l" defTabSz="870733" rtl="0" eaLnBrk="1" fontAlgn="base" hangingPunct="1">
              <a:lnSpc>
                <a:spcPts val="2664"/>
              </a:lnSpc>
              <a:spcBef>
                <a:spcPct val="0"/>
              </a:spcBef>
              <a:spcAft>
                <a:spcPct val="0"/>
              </a:spcAft>
              <a:defRPr/>
            </a:lvl1pPr>
          </a:lstStyle>
          <a:p>
            <a:pPr lvl="0" algn="l" defTabSz="870733" rtl="0" eaLnBrk="1" fontAlgn="base" hangingPunct="1">
              <a:lnSpc>
                <a:spcPts val="2664"/>
              </a:lnSpc>
              <a:spcBef>
                <a:spcPct val="0"/>
              </a:spcBef>
              <a:spcAft>
                <a:spcPct val="0"/>
              </a:spcAft>
            </a:pPr>
            <a:r>
              <a:rPr lang="en-US" noProof="0"/>
              <a:t>Heading</a:t>
            </a:r>
          </a:p>
        </p:txBody>
      </p:sp>
      <p:sp>
        <p:nvSpPr>
          <p:cNvPr id="3" name="Fußzeilenplatzhalter 2">
            <a:extLst>
              <a:ext uri="{FF2B5EF4-FFF2-40B4-BE49-F238E27FC236}">
                <a16:creationId xmlns:a16="http://schemas.microsoft.com/office/drawing/2014/main" id="{8ECF0416-4651-4E3A-9DBE-24F3AE17DE80}"/>
              </a:ext>
            </a:extLst>
          </p:cNvPr>
          <p:cNvSpPr>
            <a:spLocks noGrp="1"/>
          </p:cNvSpPr>
          <p:nvPr>
            <p:ph type="ftr" sz="quarter" idx="11"/>
          </p:nvPr>
        </p:nvSpPr>
        <p:spPr bwMode="gray"/>
        <p:txBody>
          <a:bodyPr/>
          <a:lstStyle/>
          <a:p>
            <a:r>
              <a:rPr lang="en-US" noProof="0"/>
              <a:t>LIKE Learn Development - Results - Stephanie Heim / Alexandra Mertel</a:t>
            </a:r>
          </a:p>
        </p:txBody>
      </p:sp>
      <p:sp>
        <p:nvSpPr>
          <p:cNvPr id="4" name="Foliennummernplatzhalter 3">
            <a:extLst>
              <a:ext uri="{FF2B5EF4-FFF2-40B4-BE49-F238E27FC236}">
                <a16:creationId xmlns:a16="http://schemas.microsoft.com/office/drawing/2014/main" id="{0F8DC603-10CA-491D-AC5A-70ED797857EB}"/>
              </a:ext>
            </a:extLst>
          </p:cNvPr>
          <p:cNvSpPr>
            <a:spLocks noGrp="1"/>
          </p:cNvSpPr>
          <p:nvPr>
            <p:ph type="sldNum" sz="quarter" idx="12"/>
          </p:nvPr>
        </p:nvSpPr>
        <p:spPr bwMode="gray"/>
        <p:txBody>
          <a:bodyPr/>
          <a:lstStyle/>
          <a:p>
            <a:fld id="{99CC5461-F7F8-834A-A33C-7913089D93E6}" type="slidenum">
              <a:rPr lang="en-US" noProof="0" smtClean="0"/>
              <a:pPr/>
              <a:t>‹Nr.›</a:t>
            </a:fld>
            <a:endParaRPr lang="en-US" noProof="0"/>
          </a:p>
        </p:txBody>
      </p:sp>
      <p:sp>
        <p:nvSpPr>
          <p:cNvPr id="5" name="Textplatzhalter 4">
            <a:extLst>
              <a:ext uri="{FF2B5EF4-FFF2-40B4-BE49-F238E27FC236}">
                <a16:creationId xmlns:a16="http://schemas.microsoft.com/office/drawing/2014/main" id="{34920994-BDCE-400E-9311-BDA2EB300177}"/>
              </a:ext>
            </a:extLst>
          </p:cNvPr>
          <p:cNvSpPr>
            <a:spLocks noGrp="1"/>
          </p:cNvSpPr>
          <p:nvPr>
            <p:ph type="body" sz="quarter" idx="13" hasCustomPrompt="1"/>
          </p:nvPr>
        </p:nvSpPr>
        <p:spPr bwMode="gray">
          <a:xfrm>
            <a:off x="478367" y="2038825"/>
            <a:ext cx="11235267" cy="4267235"/>
          </a:xfrm>
          <a:prstGeom prst="rect">
            <a:avLst/>
          </a:prstGeom>
        </p:spPr>
        <p:txBody>
          <a:bodyPr/>
          <a:lstStyle>
            <a:lvl1pPr marL="0" indent="406025">
              <a:lnSpc>
                <a:spcPct val="90000"/>
              </a:lnSpc>
              <a:buFont typeface="Wingdings" panose="05000000000000000000" pitchFamily="2" charset="2"/>
              <a:buNone/>
              <a:defRPr sz="3996"/>
            </a:lvl1pPr>
          </a:lstStyle>
          <a:p>
            <a:pPr lvl="0"/>
            <a:r>
              <a:rPr lang="en-US" noProof="0"/>
              <a:t>Text</a:t>
            </a:r>
          </a:p>
        </p:txBody>
      </p:sp>
      <p:sp>
        <p:nvSpPr>
          <p:cNvPr id="11" name="Freeform 5">
            <a:extLst>
              <a:ext uri="{FF2B5EF4-FFF2-40B4-BE49-F238E27FC236}">
                <a16:creationId xmlns:a16="http://schemas.microsoft.com/office/drawing/2014/main" id="{DAF525C4-CB87-44F4-89FB-6DC6ABC9BE05}"/>
              </a:ext>
            </a:extLst>
          </p:cNvPr>
          <p:cNvSpPr>
            <a:spLocks/>
          </p:cNvSpPr>
          <p:nvPr userDrawn="1"/>
        </p:nvSpPr>
        <p:spPr bwMode="gray">
          <a:xfrm>
            <a:off x="479376" y="2161791"/>
            <a:ext cx="283632" cy="276947"/>
          </a:xfrm>
          <a:custGeom>
            <a:avLst/>
            <a:gdLst>
              <a:gd name="T0" fmla="*/ 281 w 447"/>
              <a:gd name="T1" fmla="*/ 0 h 437"/>
              <a:gd name="T2" fmla="*/ 160 w 447"/>
              <a:gd name="T3" fmla="*/ 0 h 437"/>
              <a:gd name="T4" fmla="*/ 236 w 447"/>
              <a:gd name="T5" fmla="*/ 101 h 437"/>
              <a:gd name="T6" fmla="*/ 292 w 447"/>
              <a:gd name="T7" fmla="*/ 173 h 437"/>
              <a:gd name="T8" fmla="*/ 0 w 447"/>
              <a:gd name="T9" fmla="*/ 173 h 437"/>
              <a:gd name="T10" fmla="*/ 0 w 447"/>
              <a:gd name="T11" fmla="*/ 263 h 437"/>
              <a:gd name="T12" fmla="*/ 292 w 447"/>
              <a:gd name="T13" fmla="*/ 263 h 437"/>
              <a:gd name="T14" fmla="*/ 236 w 447"/>
              <a:gd name="T15" fmla="*/ 336 h 437"/>
              <a:gd name="T16" fmla="*/ 160 w 447"/>
              <a:gd name="T17" fmla="*/ 437 h 437"/>
              <a:gd name="T18" fmla="*/ 281 w 447"/>
              <a:gd name="T19" fmla="*/ 437 h 437"/>
              <a:gd name="T20" fmla="*/ 447 w 447"/>
              <a:gd name="T21" fmla="*/ 218 h 437"/>
              <a:gd name="T22" fmla="*/ 281 w 447"/>
              <a:gd name="T23"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7" h="437">
                <a:moveTo>
                  <a:pt x="281" y="0"/>
                </a:moveTo>
                <a:cubicBezTo>
                  <a:pt x="160" y="0"/>
                  <a:pt x="160" y="0"/>
                  <a:pt x="160" y="0"/>
                </a:cubicBezTo>
                <a:cubicBezTo>
                  <a:pt x="236" y="101"/>
                  <a:pt x="236" y="101"/>
                  <a:pt x="236" y="101"/>
                </a:cubicBezTo>
                <a:cubicBezTo>
                  <a:pt x="256" y="128"/>
                  <a:pt x="274" y="151"/>
                  <a:pt x="292" y="173"/>
                </a:cubicBezTo>
                <a:cubicBezTo>
                  <a:pt x="0" y="173"/>
                  <a:pt x="0" y="173"/>
                  <a:pt x="0" y="173"/>
                </a:cubicBezTo>
                <a:cubicBezTo>
                  <a:pt x="0" y="263"/>
                  <a:pt x="0" y="263"/>
                  <a:pt x="0" y="263"/>
                </a:cubicBezTo>
                <a:cubicBezTo>
                  <a:pt x="292" y="263"/>
                  <a:pt x="292" y="263"/>
                  <a:pt x="292" y="263"/>
                </a:cubicBezTo>
                <a:cubicBezTo>
                  <a:pt x="273" y="286"/>
                  <a:pt x="256" y="309"/>
                  <a:pt x="236" y="336"/>
                </a:cubicBezTo>
                <a:cubicBezTo>
                  <a:pt x="160" y="437"/>
                  <a:pt x="160" y="437"/>
                  <a:pt x="160" y="437"/>
                </a:cubicBezTo>
                <a:cubicBezTo>
                  <a:pt x="281" y="437"/>
                  <a:pt x="281" y="437"/>
                  <a:pt x="281" y="437"/>
                </a:cubicBezTo>
                <a:cubicBezTo>
                  <a:pt x="447" y="218"/>
                  <a:pt x="447" y="218"/>
                  <a:pt x="447" y="218"/>
                </a:cubicBezTo>
                <a:lnTo>
                  <a:pt x="281" y="0"/>
                </a:lnTo>
                <a:close/>
              </a:path>
            </a:pathLst>
          </a:custGeom>
          <a:solidFill>
            <a:schemeClr val="tx1"/>
          </a:solidFill>
          <a:ln>
            <a:noFill/>
          </a:ln>
        </p:spPr>
        <p:txBody>
          <a:bodyPr vert="horz" wrap="square" lIns="121807" tIns="60904" rIns="121807" bIns="60904" numCol="1" anchor="t" anchorCtr="0" compatLnSpc="1">
            <a:prstTxWarp prst="textNoShape">
              <a:avLst/>
            </a:prstTxWarp>
          </a:bodyPr>
          <a:lstStyle/>
          <a:p>
            <a:endParaRPr lang="en-US" sz="2397" noProof="0"/>
          </a:p>
        </p:txBody>
      </p:sp>
      <p:sp>
        <p:nvSpPr>
          <p:cNvPr id="13" name="Textplatzhalter 3">
            <a:extLst>
              <a:ext uri="{FF2B5EF4-FFF2-40B4-BE49-F238E27FC236}">
                <a16:creationId xmlns:a16="http://schemas.microsoft.com/office/drawing/2014/main" id="{94BC324F-7125-431C-81F9-EDBAC16E7838}"/>
              </a:ext>
            </a:extLst>
          </p:cNvPr>
          <p:cNvSpPr>
            <a:spLocks noGrp="1"/>
          </p:cNvSpPr>
          <p:nvPr>
            <p:ph type="body" sz="quarter" idx="14" hasCustomPrompt="1"/>
          </p:nvPr>
        </p:nvSpPr>
        <p:spPr bwMode="gray">
          <a:xfrm>
            <a:off x="480000" y="891974"/>
            <a:ext cx="9120000" cy="335689"/>
          </a:xfrm>
          <a:prstGeom prst="rect">
            <a:avLst/>
          </a:prstGeom>
        </p:spPr>
        <p:txBody>
          <a:bodyPr anchor="t">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Tree>
    <p:extLst>
      <p:ext uri="{BB962C8B-B14F-4D97-AF65-F5344CB8AC3E}">
        <p14:creationId xmlns:p14="http://schemas.microsoft.com/office/powerpoint/2010/main" val="1076841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Intro 2">
    <p:bg>
      <p:bgPr>
        <a:solidFill>
          <a:schemeClr val="bg1"/>
        </a:solid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1B5A00D9-1349-4C51-B801-D64695D401B6}"/>
              </a:ext>
            </a:extLst>
          </p:cNvPr>
          <p:cNvSpPr/>
          <p:nvPr userDrawn="1"/>
        </p:nvSpPr>
        <p:spPr bwMode="ltGray">
          <a:xfrm>
            <a:off x="0" y="1607179"/>
            <a:ext cx="12192000" cy="52508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noProof="0"/>
          </a:p>
        </p:txBody>
      </p:sp>
      <p:sp>
        <p:nvSpPr>
          <p:cNvPr id="10" name="Rectangle 2"/>
          <p:cNvSpPr>
            <a:spLocks noGrp="1" noChangeArrowheads="1"/>
          </p:cNvSpPr>
          <p:nvPr>
            <p:ph type="title" hasCustomPrompt="1"/>
          </p:nvPr>
        </p:nvSpPr>
        <p:spPr bwMode="gray">
          <a:xfrm>
            <a:off x="480000" y="561081"/>
            <a:ext cx="9123749" cy="335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l" defTabSz="870733" rtl="0" eaLnBrk="1" fontAlgn="base" hangingPunct="1">
              <a:lnSpc>
                <a:spcPts val="2664"/>
              </a:lnSpc>
              <a:spcBef>
                <a:spcPct val="0"/>
              </a:spcBef>
              <a:spcAft>
                <a:spcPct val="0"/>
              </a:spcAft>
              <a:defRPr/>
            </a:lvl1pPr>
          </a:lstStyle>
          <a:p>
            <a:pPr lvl="0" algn="l" defTabSz="870733" rtl="0" eaLnBrk="1" fontAlgn="base" hangingPunct="1">
              <a:lnSpc>
                <a:spcPts val="2664"/>
              </a:lnSpc>
              <a:spcBef>
                <a:spcPct val="0"/>
              </a:spcBef>
              <a:spcAft>
                <a:spcPct val="0"/>
              </a:spcAft>
            </a:pPr>
            <a:r>
              <a:rPr lang="en-US" noProof="0"/>
              <a:t>Heading</a:t>
            </a:r>
          </a:p>
        </p:txBody>
      </p:sp>
      <p:sp>
        <p:nvSpPr>
          <p:cNvPr id="3" name="Fußzeilenplatzhalter 2">
            <a:extLst>
              <a:ext uri="{FF2B5EF4-FFF2-40B4-BE49-F238E27FC236}">
                <a16:creationId xmlns:a16="http://schemas.microsoft.com/office/drawing/2014/main" id="{8ECF0416-4651-4E3A-9DBE-24F3AE17DE80}"/>
              </a:ext>
            </a:extLst>
          </p:cNvPr>
          <p:cNvSpPr>
            <a:spLocks noGrp="1"/>
          </p:cNvSpPr>
          <p:nvPr>
            <p:ph type="ftr" sz="quarter" idx="11"/>
          </p:nvPr>
        </p:nvSpPr>
        <p:spPr bwMode="gray"/>
        <p:txBody>
          <a:bodyPr/>
          <a:lstStyle>
            <a:lvl1pPr>
              <a:defRPr>
                <a:solidFill>
                  <a:schemeClr val="bg1"/>
                </a:solidFill>
              </a:defRPr>
            </a:lvl1pPr>
          </a:lstStyle>
          <a:p>
            <a:r>
              <a:rPr lang="en-US" noProof="0"/>
              <a:t>LIKE Learn Development - Results - Stephanie Heim / Alexandra Mertel</a:t>
            </a:r>
          </a:p>
        </p:txBody>
      </p:sp>
      <p:sp>
        <p:nvSpPr>
          <p:cNvPr id="4" name="Foliennummernplatzhalter 3">
            <a:extLst>
              <a:ext uri="{FF2B5EF4-FFF2-40B4-BE49-F238E27FC236}">
                <a16:creationId xmlns:a16="http://schemas.microsoft.com/office/drawing/2014/main" id="{0F8DC603-10CA-491D-AC5A-70ED797857EB}"/>
              </a:ext>
            </a:extLst>
          </p:cNvPr>
          <p:cNvSpPr>
            <a:spLocks noGrp="1"/>
          </p:cNvSpPr>
          <p:nvPr>
            <p:ph type="sldNum" sz="quarter" idx="12"/>
          </p:nvPr>
        </p:nvSpPr>
        <p:spPr bwMode="gray"/>
        <p:txBody>
          <a:bodyPr/>
          <a:lstStyle>
            <a:lvl1pPr>
              <a:defRPr>
                <a:solidFill>
                  <a:schemeClr val="bg1"/>
                </a:solidFill>
              </a:defRPr>
            </a:lvl1pPr>
          </a:lstStyle>
          <a:p>
            <a:fld id="{99CC5461-F7F8-834A-A33C-7913089D93E6}" type="slidenum">
              <a:rPr lang="en-US" noProof="0" smtClean="0"/>
              <a:pPr/>
              <a:t>‹Nr.›</a:t>
            </a:fld>
            <a:endParaRPr lang="en-US" noProof="0"/>
          </a:p>
        </p:txBody>
      </p:sp>
      <p:sp>
        <p:nvSpPr>
          <p:cNvPr id="5" name="Textplatzhalter 4">
            <a:extLst>
              <a:ext uri="{FF2B5EF4-FFF2-40B4-BE49-F238E27FC236}">
                <a16:creationId xmlns:a16="http://schemas.microsoft.com/office/drawing/2014/main" id="{34920994-BDCE-400E-9311-BDA2EB300177}"/>
              </a:ext>
            </a:extLst>
          </p:cNvPr>
          <p:cNvSpPr>
            <a:spLocks noGrp="1"/>
          </p:cNvSpPr>
          <p:nvPr>
            <p:ph type="body" sz="quarter" idx="13" hasCustomPrompt="1"/>
          </p:nvPr>
        </p:nvSpPr>
        <p:spPr bwMode="gray">
          <a:xfrm>
            <a:off x="478367" y="2038825"/>
            <a:ext cx="11235267" cy="4267235"/>
          </a:xfrm>
          <a:prstGeom prst="rect">
            <a:avLst/>
          </a:prstGeom>
        </p:spPr>
        <p:txBody>
          <a:bodyPr/>
          <a:lstStyle>
            <a:lvl1pPr marL="0" indent="406025">
              <a:lnSpc>
                <a:spcPct val="90000"/>
              </a:lnSpc>
              <a:buFont typeface="Wingdings" panose="05000000000000000000" pitchFamily="2" charset="2"/>
              <a:buNone/>
              <a:defRPr sz="5328">
                <a:solidFill>
                  <a:schemeClr val="bg1"/>
                </a:solidFill>
              </a:defRPr>
            </a:lvl1pPr>
          </a:lstStyle>
          <a:p>
            <a:pPr lvl="0"/>
            <a:r>
              <a:rPr lang="en-US" noProof="0"/>
              <a:t>Text</a:t>
            </a:r>
          </a:p>
        </p:txBody>
      </p:sp>
      <p:sp>
        <p:nvSpPr>
          <p:cNvPr id="11" name="Freeform 5">
            <a:extLst>
              <a:ext uri="{FF2B5EF4-FFF2-40B4-BE49-F238E27FC236}">
                <a16:creationId xmlns:a16="http://schemas.microsoft.com/office/drawing/2014/main" id="{DAF525C4-CB87-44F4-89FB-6DC6ABC9BE05}"/>
              </a:ext>
            </a:extLst>
          </p:cNvPr>
          <p:cNvSpPr>
            <a:spLocks/>
          </p:cNvSpPr>
          <p:nvPr userDrawn="1"/>
        </p:nvSpPr>
        <p:spPr bwMode="gray">
          <a:xfrm>
            <a:off x="479376" y="2232336"/>
            <a:ext cx="283632" cy="276947"/>
          </a:xfrm>
          <a:custGeom>
            <a:avLst/>
            <a:gdLst>
              <a:gd name="T0" fmla="*/ 281 w 447"/>
              <a:gd name="T1" fmla="*/ 0 h 437"/>
              <a:gd name="T2" fmla="*/ 160 w 447"/>
              <a:gd name="T3" fmla="*/ 0 h 437"/>
              <a:gd name="T4" fmla="*/ 236 w 447"/>
              <a:gd name="T5" fmla="*/ 101 h 437"/>
              <a:gd name="T6" fmla="*/ 292 w 447"/>
              <a:gd name="T7" fmla="*/ 173 h 437"/>
              <a:gd name="T8" fmla="*/ 0 w 447"/>
              <a:gd name="T9" fmla="*/ 173 h 437"/>
              <a:gd name="T10" fmla="*/ 0 w 447"/>
              <a:gd name="T11" fmla="*/ 263 h 437"/>
              <a:gd name="T12" fmla="*/ 292 w 447"/>
              <a:gd name="T13" fmla="*/ 263 h 437"/>
              <a:gd name="T14" fmla="*/ 236 w 447"/>
              <a:gd name="T15" fmla="*/ 336 h 437"/>
              <a:gd name="T16" fmla="*/ 160 w 447"/>
              <a:gd name="T17" fmla="*/ 437 h 437"/>
              <a:gd name="T18" fmla="*/ 281 w 447"/>
              <a:gd name="T19" fmla="*/ 437 h 437"/>
              <a:gd name="T20" fmla="*/ 447 w 447"/>
              <a:gd name="T21" fmla="*/ 218 h 437"/>
              <a:gd name="T22" fmla="*/ 281 w 447"/>
              <a:gd name="T23"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7" h="437">
                <a:moveTo>
                  <a:pt x="281" y="0"/>
                </a:moveTo>
                <a:cubicBezTo>
                  <a:pt x="160" y="0"/>
                  <a:pt x="160" y="0"/>
                  <a:pt x="160" y="0"/>
                </a:cubicBezTo>
                <a:cubicBezTo>
                  <a:pt x="236" y="101"/>
                  <a:pt x="236" y="101"/>
                  <a:pt x="236" y="101"/>
                </a:cubicBezTo>
                <a:cubicBezTo>
                  <a:pt x="256" y="128"/>
                  <a:pt x="274" y="151"/>
                  <a:pt x="292" y="173"/>
                </a:cubicBezTo>
                <a:cubicBezTo>
                  <a:pt x="0" y="173"/>
                  <a:pt x="0" y="173"/>
                  <a:pt x="0" y="173"/>
                </a:cubicBezTo>
                <a:cubicBezTo>
                  <a:pt x="0" y="263"/>
                  <a:pt x="0" y="263"/>
                  <a:pt x="0" y="263"/>
                </a:cubicBezTo>
                <a:cubicBezTo>
                  <a:pt x="292" y="263"/>
                  <a:pt x="292" y="263"/>
                  <a:pt x="292" y="263"/>
                </a:cubicBezTo>
                <a:cubicBezTo>
                  <a:pt x="273" y="286"/>
                  <a:pt x="256" y="309"/>
                  <a:pt x="236" y="336"/>
                </a:cubicBezTo>
                <a:cubicBezTo>
                  <a:pt x="160" y="437"/>
                  <a:pt x="160" y="437"/>
                  <a:pt x="160" y="437"/>
                </a:cubicBezTo>
                <a:cubicBezTo>
                  <a:pt x="281" y="437"/>
                  <a:pt x="281" y="437"/>
                  <a:pt x="281" y="437"/>
                </a:cubicBezTo>
                <a:cubicBezTo>
                  <a:pt x="447" y="218"/>
                  <a:pt x="447" y="218"/>
                  <a:pt x="447" y="218"/>
                </a:cubicBezTo>
                <a:lnTo>
                  <a:pt x="281" y="0"/>
                </a:lnTo>
                <a:close/>
              </a:path>
            </a:pathLst>
          </a:custGeom>
          <a:solidFill>
            <a:schemeClr val="bg1"/>
          </a:solidFill>
          <a:ln>
            <a:noFill/>
          </a:ln>
        </p:spPr>
        <p:txBody>
          <a:bodyPr vert="horz" wrap="square" lIns="121807" tIns="60904" rIns="121807" bIns="60904" numCol="1" anchor="t" anchorCtr="0" compatLnSpc="1">
            <a:prstTxWarp prst="textNoShape">
              <a:avLst/>
            </a:prstTxWarp>
          </a:bodyPr>
          <a:lstStyle/>
          <a:p>
            <a:endParaRPr lang="en-US" sz="2397" noProof="0"/>
          </a:p>
        </p:txBody>
      </p:sp>
      <p:sp>
        <p:nvSpPr>
          <p:cNvPr id="8" name="Textplatzhalter 3">
            <a:extLst>
              <a:ext uri="{FF2B5EF4-FFF2-40B4-BE49-F238E27FC236}">
                <a16:creationId xmlns:a16="http://schemas.microsoft.com/office/drawing/2014/main" id="{9A846282-941D-4026-AA15-0E7A636D6339}"/>
              </a:ext>
            </a:extLst>
          </p:cNvPr>
          <p:cNvSpPr>
            <a:spLocks noGrp="1"/>
          </p:cNvSpPr>
          <p:nvPr>
            <p:ph type="body" sz="quarter" idx="14" hasCustomPrompt="1"/>
          </p:nvPr>
        </p:nvSpPr>
        <p:spPr bwMode="gray">
          <a:xfrm>
            <a:off x="480000" y="891974"/>
            <a:ext cx="9120000" cy="335689"/>
          </a:xfrm>
          <a:prstGeom prst="rect">
            <a:avLst/>
          </a:prstGeom>
        </p:spPr>
        <p:txBody>
          <a:bodyPr anchor="t">
            <a:noAutofit/>
          </a:bodyPr>
          <a:lstStyle>
            <a:lvl1pPr marL="0" indent="0">
              <a:lnSpc>
                <a:spcPct val="100000"/>
              </a:lnSpc>
              <a:spcAft>
                <a:spcPts val="0"/>
              </a:spcAft>
              <a:buFontTx/>
              <a:buNone/>
              <a:defRPr sz="2132" b="1">
                <a:solidFill>
                  <a:schemeClr val="tx1"/>
                </a:solidFill>
              </a:defRPr>
            </a:lvl1pPr>
            <a:lvl2pPr>
              <a:buFontTx/>
              <a:buNone/>
              <a:defRPr sz="2132" b="0"/>
            </a:lvl2pPr>
            <a:lvl3pPr marL="0" indent="0">
              <a:buFontTx/>
              <a:buNone/>
              <a:defRPr sz="2132" b="0"/>
            </a:lvl3pPr>
            <a:lvl4pPr marL="0" indent="0">
              <a:buFontTx/>
              <a:buNone/>
              <a:defRPr sz="2132" b="0"/>
            </a:lvl4pPr>
            <a:lvl5pPr marL="335690" indent="0">
              <a:buFontTx/>
              <a:buNone/>
              <a:defRPr sz="2132" b="0"/>
            </a:lvl5pPr>
          </a:lstStyle>
          <a:p>
            <a:pPr lvl="0"/>
            <a:r>
              <a:rPr lang="en-US" noProof="0"/>
              <a:t>Subline</a:t>
            </a:r>
          </a:p>
        </p:txBody>
      </p:sp>
    </p:spTree>
    <p:extLst>
      <p:ext uri="{BB962C8B-B14F-4D97-AF65-F5344CB8AC3E}">
        <p14:creationId xmlns:p14="http://schemas.microsoft.com/office/powerpoint/2010/main" val="550109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full picture">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Slide" r:id="rId3" imgW="410" imgH="419" progId="TCLayout.ActiveDocument.1">
                  <p:embed/>
                </p:oleObj>
              </mc:Choice>
              <mc:Fallback>
                <p:oleObj name="think-cell Slide" r:id="rId3" imgW="410" imgH="419" progId="TCLayout.ActiveDocument.1">
                  <p:embed/>
                  <p:pic>
                    <p:nvPicPr>
                      <p:cNvPr id="2" name="Objekt 1" hidden="1"/>
                      <p:cNvPicPr/>
                      <p:nvPr/>
                    </p:nvPicPr>
                    <p:blipFill>
                      <a:blip r:embed="rId4"/>
                      <a:stretch>
                        <a:fillRect/>
                      </a:stretch>
                    </p:blipFill>
                    <p:spPr>
                      <a:xfrm>
                        <a:off x="2119" y="2116"/>
                        <a:ext cx="2116" cy="2115"/>
                      </a:xfrm>
                      <a:prstGeom prst="rect">
                        <a:avLst/>
                      </a:prstGeom>
                    </p:spPr>
                  </p:pic>
                </p:oleObj>
              </mc:Fallback>
            </mc:AlternateContent>
          </a:graphicData>
        </a:graphic>
      </p:graphicFrame>
      <p:sp>
        <p:nvSpPr>
          <p:cNvPr id="6" name="Bildplatzhalter 3"/>
          <p:cNvSpPr>
            <a:spLocks noGrp="1"/>
          </p:cNvSpPr>
          <p:nvPr>
            <p:ph type="pic" sz="quarter" idx="13" hasCustomPrompt="1"/>
          </p:nvPr>
        </p:nvSpPr>
        <p:spPr bwMode="gray">
          <a:xfrm>
            <a:off x="0" y="0"/>
            <a:ext cx="12192000" cy="6858000"/>
          </a:xfrm>
          <a:prstGeom prst="rect">
            <a:avLst/>
          </a:prstGeom>
          <a:solidFill>
            <a:schemeClr val="bg2"/>
          </a:solidFill>
        </p:spPr>
        <p:txBody>
          <a:bodyPr anchor="ctr"/>
          <a:lstStyle>
            <a:lvl1pPr marL="0" indent="0" algn="ctr">
              <a:buNone/>
              <a:defRPr sz="1599" b="0">
                <a:solidFill>
                  <a:schemeClr val="tx1"/>
                </a:solidFill>
              </a:defRPr>
            </a:lvl1pPr>
          </a:lstStyle>
          <a:p>
            <a:r>
              <a:rPr lang="en-US" noProof="0"/>
              <a:t>Click to insert Picture</a:t>
            </a:r>
          </a:p>
        </p:txBody>
      </p:sp>
      <p:sp>
        <p:nvSpPr>
          <p:cNvPr id="3" name="Fußzeilenplatzhalter 2">
            <a:extLst>
              <a:ext uri="{FF2B5EF4-FFF2-40B4-BE49-F238E27FC236}">
                <a16:creationId xmlns:a16="http://schemas.microsoft.com/office/drawing/2014/main" id="{400DFF15-D7F3-4BE7-AEEB-55E258A1AF59}"/>
              </a:ext>
            </a:extLst>
          </p:cNvPr>
          <p:cNvSpPr>
            <a:spLocks noGrp="1"/>
          </p:cNvSpPr>
          <p:nvPr>
            <p:ph type="ftr" sz="quarter" idx="15"/>
          </p:nvPr>
        </p:nvSpPr>
        <p:spPr bwMode="gray"/>
        <p:txBody>
          <a:bodyPr/>
          <a:lstStyle/>
          <a:p>
            <a:r>
              <a:rPr lang="en-US" noProof="0"/>
              <a:t>LIKE Learn Development - Results - Stephanie Heim / Alexandra Mertel</a:t>
            </a:r>
          </a:p>
        </p:txBody>
      </p:sp>
      <p:sp>
        <p:nvSpPr>
          <p:cNvPr id="5" name="Foliennummernplatzhalter 4">
            <a:extLst>
              <a:ext uri="{FF2B5EF4-FFF2-40B4-BE49-F238E27FC236}">
                <a16:creationId xmlns:a16="http://schemas.microsoft.com/office/drawing/2014/main" id="{F700A0B6-D7E3-42BB-998A-C3B975C57672}"/>
              </a:ext>
            </a:extLst>
          </p:cNvPr>
          <p:cNvSpPr>
            <a:spLocks noGrp="1"/>
          </p:cNvSpPr>
          <p:nvPr>
            <p:ph type="sldNum" sz="quarter" idx="16"/>
          </p:nvPr>
        </p:nvSpPr>
        <p:spPr bwMode="gray"/>
        <p:txBody>
          <a:bodyPr/>
          <a:lstStyle/>
          <a:p>
            <a:fld id="{99CC5461-F7F8-834A-A33C-7913089D93E6}" type="slidenum">
              <a:rPr lang="en-US" noProof="0" smtClean="0"/>
              <a:pPr/>
              <a:t>‹Nr.›</a:t>
            </a:fld>
            <a:endParaRPr lang="en-US" noProof="0"/>
          </a:p>
        </p:txBody>
      </p:sp>
      <p:sp>
        <p:nvSpPr>
          <p:cNvPr id="8" name="Textplatzhalter 8">
            <a:extLst>
              <a:ext uri="{FF2B5EF4-FFF2-40B4-BE49-F238E27FC236}">
                <a16:creationId xmlns:a16="http://schemas.microsoft.com/office/drawing/2014/main" id="{04B56930-66B3-42CC-B84B-33841BFEC3AC}"/>
              </a:ext>
            </a:extLst>
          </p:cNvPr>
          <p:cNvSpPr>
            <a:spLocks noGrp="1"/>
          </p:cNvSpPr>
          <p:nvPr>
            <p:ph type="body" sz="quarter" idx="17" hasCustomPrompt="1"/>
          </p:nvPr>
        </p:nvSpPr>
        <p:spPr bwMode="gray">
          <a:xfrm>
            <a:off x="10362801" y="343103"/>
            <a:ext cx="1363200" cy="815245"/>
          </a:xfrm>
          <a:prstGeom prst="rect">
            <a:avLst/>
          </a:prstGeom>
          <a:blipFill>
            <a:blip r:embed="rId5"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br>
              <a:rPr lang="en-US" noProof="0"/>
            </a:br>
            <a:endParaRPr lang="en-US" noProof="0"/>
          </a:p>
        </p:txBody>
      </p:sp>
    </p:spTree>
    <p:extLst>
      <p:ext uri="{BB962C8B-B14F-4D97-AF65-F5344CB8AC3E}">
        <p14:creationId xmlns:p14="http://schemas.microsoft.com/office/powerpoint/2010/main" val="140169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1_start chart">
    <p:spTree>
      <p:nvGrpSpPr>
        <p:cNvPr id="1" name=""/>
        <p:cNvGrpSpPr/>
        <p:nvPr/>
      </p:nvGrpSpPr>
      <p:grpSpPr>
        <a:xfrm>
          <a:off x="0" y="0"/>
          <a:ext cx="0" cy="0"/>
          <a:chOff x="0" y="0"/>
          <a:chExt cx="0" cy="0"/>
        </a:xfrm>
      </p:grpSpPr>
      <p:sp>
        <p:nvSpPr>
          <p:cNvPr id="4" name="Rechteck 17">
            <a:extLst>
              <a:ext uri="{FF2B5EF4-FFF2-40B4-BE49-F238E27FC236}">
                <a16:creationId xmlns:a16="http://schemas.microsoft.com/office/drawing/2014/main" id="{5E9D2984-B72E-45D4-A1B7-D912744DA16E}"/>
              </a:ext>
            </a:extLst>
          </p:cNvPr>
          <p:cNvSpPr/>
          <p:nvPr userDrawn="1"/>
        </p:nvSpPr>
        <p:spPr>
          <a:xfrm>
            <a:off x="249685" y="249454"/>
            <a:ext cx="11712739" cy="6359093"/>
          </a:xfrm>
          <a:custGeom>
            <a:avLst/>
            <a:gdLst/>
            <a:ahLst/>
            <a:cxnLst/>
            <a:rect l="l" t="t" r="r" b="b"/>
            <a:pathLst>
              <a:path w="8784554" h="4773737">
                <a:moveTo>
                  <a:pt x="0" y="0"/>
                </a:moveTo>
                <a:lnTo>
                  <a:pt x="6873936" y="0"/>
                </a:lnTo>
                <a:lnTo>
                  <a:pt x="6873936" y="1193481"/>
                </a:lnTo>
                <a:lnTo>
                  <a:pt x="8784554" y="1193481"/>
                </a:lnTo>
                <a:lnTo>
                  <a:pt x="8784554" y="4773737"/>
                </a:lnTo>
                <a:lnTo>
                  <a:pt x="0" y="4773737"/>
                </a:lnTo>
                <a:close/>
              </a:path>
            </a:pathLst>
          </a:custGeom>
          <a:solidFill>
            <a:schemeClr val="bg2"/>
          </a:solidFill>
        </p:spPr>
        <p:txBody>
          <a:bodyPr rot="0" spcFirstLastPara="0" vertOverflow="overflow" horzOverflow="overflow" vert="horz" wrap="square" lIns="143867" tIns="95911" rIns="143867" bIns="95911" numCol="1" spcCol="0" rtlCol="0" fromWordArt="0" anchor="ctr" anchorCtr="0" forceAA="0" compatLnSpc="1">
            <a:prstTxWarp prst="textNoShape">
              <a:avLst/>
            </a:prstTxWarp>
            <a:noAutofit/>
          </a:bodyPr>
          <a:lstStyle/>
          <a:p>
            <a:pPr algn="ctr"/>
            <a:endParaRPr lang="de-DE" sz="1865" err="1">
              <a:latin typeface="Arial" panose="020B0604020202020204" pitchFamily="34" charset="0"/>
            </a:endParaRPr>
          </a:p>
        </p:txBody>
      </p:sp>
      <p:pic>
        <p:nvPicPr>
          <p:cNvPr id="5" name="Grafik 4">
            <a:extLst>
              <a:ext uri="{FF2B5EF4-FFF2-40B4-BE49-F238E27FC236}">
                <a16:creationId xmlns:a16="http://schemas.microsoft.com/office/drawing/2014/main" id="{658A2F58-9EB3-4CC9-AD49-29BA58867F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63102" y="249454"/>
            <a:ext cx="2403557" cy="1440969"/>
          </a:xfrm>
          <a:prstGeom prst="rect">
            <a:avLst/>
          </a:prstGeom>
        </p:spPr>
      </p:pic>
    </p:spTree>
    <p:extLst>
      <p:ext uri="{BB962C8B-B14F-4D97-AF65-F5344CB8AC3E}">
        <p14:creationId xmlns:p14="http://schemas.microsoft.com/office/powerpoint/2010/main" val="2668501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63" Type="http://schemas.openxmlformats.org/officeDocument/2006/relationships/tags" Target="../tags/tag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image" Target="../media/image2.emf"/><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oleObject" Target="../embeddings/oleObject1.bin"/><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image" Target="../media/image1.emf"/><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F57A77C-FEC7-1CA0-AB34-10F4DF3D07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325BA8A3-B704-186C-3F2D-D74F18F84F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DE1CB85-8925-0442-B70B-D4ED99E2C7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CE22A9-6A63-4E1D-B681-2194020F16EB}" type="datetimeFigureOut">
              <a:rPr lang="de-DE" smtClean="0"/>
              <a:t>02.02.2026</a:t>
            </a:fld>
            <a:endParaRPr lang="de-DE"/>
          </a:p>
        </p:txBody>
      </p:sp>
      <p:sp>
        <p:nvSpPr>
          <p:cNvPr id="5" name="Fußzeilenplatzhalter 4">
            <a:extLst>
              <a:ext uri="{FF2B5EF4-FFF2-40B4-BE49-F238E27FC236}">
                <a16:creationId xmlns:a16="http://schemas.microsoft.com/office/drawing/2014/main" id="{25122346-D872-E38E-F1D3-519B2A2818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1ADF74CF-7230-6FAD-FB94-D01FC1A08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6BCDFE-1D25-4726-A880-B157E59C4CE5}" type="slidenum">
              <a:rPr lang="de-DE" smtClean="0"/>
              <a:t>‹Nr.›</a:t>
            </a:fld>
            <a:endParaRPr lang="de-DE"/>
          </a:p>
        </p:txBody>
      </p:sp>
    </p:spTree>
    <p:extLst>
      <p:ext uri="{BB962C8B-B14F-4D97-AF65-F5344CB8AC3E}">
        <p14:creationId xmlns:p14="http://schemas.microsoft.com/office/powerpoint/2010/main" val="354012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63"/>
            </p:custDataLst>
            <p:extLst>
              <p:ext uri="{D42A27DB-BD31-4B8C-83A1-F6EECF244321}">
                <p14:modId xmlns:p14="http://schemas.microsoft.com/office/powerpoint/2010/main" val="3658601036"/>
              </p:ext>
            </p:extLst>
          </p:nvPr>
        </p:nvGraphicFramePr>
        <p:xfrm>
          <a:off x="2119" y="2116"/>
          <a:ext cx="2116" cy="2115"/>
        </p:xfrm>
        <a:graphic>
          <a:graphicData uri="http://schemas.openxmlformats.org/presentationml/2006/ole">
            <mc:AlternateContent xmlns:mc="http://schemas.openxmlformats.org/markup-compatibility/2006">
              <mc:Choice xmlns:v="urn:schemas-microsoft-com:vml" Requires="v">
                <p:oleObj name="think-cell Slide" r:id="rId64" imgW="417" imgH="419" progId="TCLayout.ActiveDocument.1">
                  <p:embed/>
                </p:oleObj>
              </mc:Choice>
              <mc:Fallback>
                <p:oleObj name="think-cell Slide" r:id="rId64" imgW="417" imgH="419" progId="TCLayout.ActiveDocument.1">
                  <p:embed/>
                  <p:pic>
                    <p:nvPicPr>
                      <p:cNvPr id="7" name="Objekt 6" hidden="1"/>
                      <p:cNvPicPr/>
                      <p:nvPr/>
                    </p:nvPicPr>
                    <p:blipFill>
                      <a:blip r:embed="rId65"/>
                      <a:stretch>
                        <a:fillRect/>
                      </a:stretch>
                    </p:blipFill>
                    <p:spPr>
                      <a:xfrm>
                        <a:off x="2119" y="2116"/>
                        <a:ext cx="2116" cy="2115"/>
                      </a:xfrm>
                      <a:prstGeom prst="rect">
                        <a:avLst/>
                      </a:prstGeom>
                    </p:spPr>
                  </p:pic>
                </p:oleObj>
              </mc:Fallback>
            </mc:AlternateContent>
          </a:graphicData>
        </a:graphic>
      </p:graphicFrame>
      <p:sp>
        <p:nvSpPr>
          <p:cNvPr id="64" name="Rectangle 6"/>
          <p:cNvSpPr>
            <a:spLocks noGrp="1" noChangeArrowheads="1"/>
          </p:cNvSpPr>
          <p:nvPr>
            <p:ph type="sldNum" sz="quarter" idx="4"/>
          </p:nvPr>
        </p:nvSpPr>
        <p:spPr bwMode="gray">
          <a:xfrm>
            <a:off x="480000" y="6472262"/>
            <a:ext cx="360000" cy="19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1120804" eaLnBrk="1" hangingPunct="1">
              <a:spcBef>
                <a:spcPct val="0"/>
              </a:spcBef>
              <a:defRPr sz="932" b="1">
                <a:solidFill>
                  <a:schemeClr val="tx1"/>
                </a:solidFill>
                <a:latin typeface="+mn-lt"/>
              </a:defRPr>
            </a:lvl1pPr>
          </a:lstStyle>
          <a:p>
            <a:fld id="{99CC5461-F7F8-834A-A33C-7913089D93E6}" type="slidenum">
              <a:rPr lang="en-US" noProof="0" smtClean="0"/>
              <a:pPr/>
              <a:t>‹Nr.›</a:t>
            </a:fld>
            <a:endParaRPr lang="en-US" noProof="0"/>
          </a:p>
        </p:txBody>
      </p:sp>
      <p:sp>
        <p:nvSpPr>
          <p:cNvPr id="65" name="Fußzeilenplatzhalter 49"/>
          <p:cNvSpPr>
            <a:spLocks noGrp="1"/>
          </p:cNvSpPr>
          <p:nvPr>
            <p:ph type="ftr" sz="quarter" idx="3"/>
          </p:nvPr>
        </p:nvSpPr>
        <p:spPr bwMode="gray">
          <a:xfrm>
            <a:off x="960001" y="6472262"/>
            <a:ext cx="10753632" cy="191823"/>
          </a:xfrm>
          <a:prstGeom prst="rect">
            <a:avLst/>
          </a:prstGeom>
        </p:spPr>
        <p:txBody>
          <a:bodyPr vert="horz" lIns="0" tIns="0" rIns="0" bIns="0" rtlCol="0" anchor="ctr"/>
          <a:lstStyle>
            <a:lvl1pPr algn="l" defTabSz="1120804" rtl="0" eaLnBrk="1" fontAlgn="base" hangingPunct="1">
              <a:spcBef>
                <a:spcPct val="0"/>
              </a:spcBef>
              <a:spcAft>
                <a:spcPct val="0"/>
              </a:spcAft>
              <a:defRPr lang="de-DE" sz="932" kern="1200" dirty="0">
                <a:solidFill>
                  <a:schemeClr val="tx1"/>
                </a:solidFill>
                <a:latin typeface="+mn-lt"/>
                <a:ea typeface="Arial"/>
                <a:cs typeface="+mn-cs"/>
              </a:defRPr>
            </a:lvl1pPr>
          </a:lstStyle>
          <a:p>
            <a:r>
              <a:rPr lang="en-US">
                <a:latin typeface="Arial" panose="020B0604020202020204" pitchFamily="34" charset="0"/>
              </a:rPr>
              <a:t>LIKE Learn Development - Results - Stephanie Heim / Alexandra Mertel</a:t>
            </a:r>
            <a:endParaRPr lang="en-US" noProof="0">
              <a:latin typeface="Arial" panose="020B0604020202020204" pitchFamily="34" charset="0"/>
            </a:endParaRPr>
          </a:p>
        </p:txBody>
      </p:sp>
      <p:sp>
        <p:nvSpPr>
          <p:cNvPr id="66" name="Rectangle 2"/>
          <p:cNvSpPr>
            <a:spLocks noGrp="1" noChangeArrowheads="1"/>
          </p:cNvSpPr>
          <p:nvPr>
            <p:ph type="title"/>
          </p:nvPr>
        </p:nvSpPr>
        <p:spPr bwMode="gray">
          <a:xfrm>
            <a:off x="480000" y="561081"/>
            <a:ext cx="9123749" cy="67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lgn="l" defTabSz="870733" rtl="0" eaLnBrk="1" fontAlgn="base" hangingPunct="1">
              <a:lnSpc>
                <a:spcPts val="2664"/>
              </a:lnSpc>
              <a:spcBef>
                <a:spcPct val="0"/>
              </a:spcBef>
              <a:spcAft>
                <a:spcPct val="0"/>
              </a:spcAft>
            </a:pPr>
            <a:r>
              <a:rPr lang="en-US" noProof="0"/>
              <a:t>Heading</a:t>
            </a:r>
          </a:p>
        </p:txBody>
      </p:sp>
      <p:pic>
        <p:nvPicPr>
          <p:cNvPr id="12" name="Grafik 11">
            <a:extLst>
              <a:ext uri="{FF2B5EF4-FFF2-40B4-BE49-F238E27FC236}">
                <a16:creationId xmlns:a16="http://schemas.microsoft.com/office/drawing/2014/main" id="{5BA77EF7-491D-4EC3-AD21-59A017BD4862}"/>
              </a:ext>
            </a:extLst>
          </p:cNvPr>
          <p:cNvPicPr>
            <a:picLocks noChangeAspect="1"/>
          </p:cNvPicPr>
          <p:nvPr/>
        </p:nvPicPr>
        <p:blipFill>
          <a:blip r:embed="rId66" cstate="screen">
            <a:extLst>
              <a:ext uri="{28A0092B-C50C-407E-A947-70E740481C1C}">
                <a14:useLocalDpi xmlns:a14="http://schemas.microsoft.com/office/drawing/2010/main"/>
              </a:ext>
            </a:extLst>
          </a:blip>
          <a:stretch>
            <a:fillRect/>
          </a:stretch>
        </p:blipFill>
        <p:spPr>
          <a:xfrm>
            <a:off x="10362804" y="343103"/>
            <a:ext cx="1361017" cy="815951"/>
          </a:xfrm>
          <a:prstGeom prst="rect">
            <a:avLst/>
          </a:prstGeom>
        </p:spPr>
      </p:pic>
      <p:sp>
        <p:nvSpPr>
          <p:cNvPr id="4" name="Textplatzhalter 3">
            <a:extLst>
              <a:ext uri="{FF2B5EF4-FFF2-40B4-BE49-F238E27FC236}">
                <a16:creationId xmlns:a16="http://schemas.microsoft.com/office/drawing/2014/main" id="{687F47E1-33C8-4674-8C0F-39CBDA006789}"/>
              </a:ext>
            </a:extLst>
          </p:cNvPr>
          <p:cNvSpPr>
            <a:spLocks noGrp="1"/>
          </p:cNvSpPr>
          <p:nvPr>
            <p:ph type="body" idx="1"/>
          </p:nvPr>
        </p:nvSpPr>
        <p:spPr>
          <a:xfrm>
            <a:off x="480001" y="1607196"/>
            <a:ext cx="11233633" cy="4508519"/>
          </a:xfrm>
          <a:prstGeom prst="rect">
            <a:avLst/>
          </a:prstGeom>
        </p:spPr>
        <p:txBody>
          <a:bodyPr vert="horz" lIns="0" tIns="0" rIns="0" bIns="0" rtlCol="0">
            <a:noAutofit/>
          </a:bodyPr>
          <a:lstStyle/>
          <a:p>
            <a:pPr lvl="0"/>
            <a:r>
              <a:rPr lang="de-DE"/>
              <a:t>Text</a:t>
            </a:r>
          </a:p>
          <a:p>
            <a:pPr lvl="1"/>
            <a:r>
              <a:rPr lang="de-DE"/>
              <a:t>Text</a:t>
            </a:r>
          </a:p>
          <a:p>
            <a:pPr lvl="2"/>
            <a:r>
              <a:rPr lang="de-DE"/>
              <a:t>Text</a:t>
            </a:r>
          </a:p>
          <a:p>
            <a:pPr lvl="3"/>
            <a:r>
              <a:rPr lang="de-DE"/>
              <a:t>Text</a:t>
            </a:r>
          </a:p>
          <a:p>
            <a:pPr lvl="4"/>
            <a:r>
              <a:rPr lang="de-DE"/>
              <a:t>Text</a:t>
            </a:r>
          </a:p>
        </p:txBody>
      </p:sp>
    </p:spTree>
    <p:extLst>
      <p:ext uri="{BB962C8B-B14F-4D97-AF65-F5344CB8AC3E}">
        <p14:creationId xmlns:p14="http://schemas.microsoft.com/office/powerpoint/2010/main" val="37931262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sldNum="0" hdr="0" dt="0"/>
  <p:txStyles>
    <p:titleStyle>
      <a:lvl1pPr algn="l" defTabSz="913554" rtl="0" eaLnBrk="1" latinLnBrk="0" hangingPunct="1">
        <a:lnSpc>
          <a:spcPct val="90000"/>
        </a:lnSpc>
        <a:spcBef>
          <a:spcPct val="0"/>
        </a:spcBef>
        <a:buNone/>
        <a:defRPr lang="en-GB" sz="2132" b="1" kern="1200" noProof="0">
          <a:solidFill>
            <a:schemeClr val="tx2"/>
          </a:solidFill>
          <a:latin typeface="+mj-lt"/>
          <a:ea typeface="+mj-ea"/>
          <a:cs typeface="+mj-cs"/>
        </a:defRPr>
      </a:lvl1pPr>
    </p:titleStyle>
    <p:bodyStyle>
      <a:lvl1pPr marL="243193" indent="-243193" algn="l" defTabSz="913554" rtl="0" eaLnBrk="1" latinLnBrk="0" hangingPunct="1">
        <a:lnSpc>
          <a:spcPct val="110000"/>
        </a:lnSpc>
        <a:spcBef>
          <a:spcPts val="0"/>
        </a:spcBef>
        <a:spcAft>
          <a:spcPts val="533"/>
        </a:spcAft>
        <a:buClr>
          <a:schemeClr val="tx2"/>
        </a:buClr>
        <a:buFont typeface="Arial" panose="020B0604020202020204" pitchFamily="34" charset="0"/>
        <a:buChar char="−"/>
        <a:defRPr lang="en-US" sz="2132" b="0" kern="1200" dirty="0">
          <a:solidFill>
            <a:schemeClr val="tx1"/>
          </a:solidFill>
          <a:latin typeface="+mn-lt"/>
          <a:ea typeface="+mn-ea"/>
          <a:cs typeface="+mn-cs"/>
        </a:defRPr>
      </a:lvl1pPr>
      <a:lvl2pPr marL="475811" indent="-234733" algn="l" defTabSz="913554" rtl="0" eaLnBrk="1" latinLnBrk="0" hangingPunct="1">
        <a:lnSpc>
          <a:spcPct val="110000"/>
        </a:lnSpc>
        <a:spcBef>
          <a:spcPts val="0"/>
        </a:spcBef>
        <a:spcAft>
          <a:spcPts val="533"/>
        </a:spcAft>
        <a:buClr>
          <a:srgbClr val="A00020"/>
        </a:buClr>
        <a:buFont typeface="Arial" panose="020B0604020202020204" pitchFamily="34" charset="0"/>
        <a:buChar char="−"/>
        <a:defRPr kumimoji="0" lang="en-US" sz="2132" b="0" i="0" u="none" strike="noStrike" kern="1200" cap="none" spc="0" normalizeH="0" baseline="0" noProof="0" dirty="0">
          <a:ln>
            <a:noFill/>
          </a:ln>
          <a:solidFill>
            <a:srgbClr val="292929"/>
          </a:solidFill>
          <a:effectLst/>
          <a:uLnTx/>
          <a:uFillTx/>
          <a:latin typeface="+mn-lt"/>
          <a:ea typeface="+mn-ea"/>
          <a:cs typeface="+mn-cs"/>
        </a:defRPr>
      </a:lvl2pPr>
      <a:lvl3pPr marL="716887" indent="-234733" algn="l" defTabSz="913554" rtl="0" eaLnBrk="1" latinLnBrk="0" hangingPunct="1">
        <a:lnSpc>
          <a:spcPct val="110000"/>
        </a:lnSpc>
        <a:spcBef>
          <a:spcPts val="0"/>
        </a:spcBef>
        <a:spcAft>
          <a:spcPts val="533"/>
        </a:spcAft>
        <a:buClr>
          <a:srgbClr val="A00020"/>
        </a:buClr>
        <a:buFont typeface="Arial" panose="020B0604020202020204" pitchFamily="34" charset="0"/>
        <a:buChar char="−"/>
        <a:defRPr lang="en-US" sz="1865" kern="1200" dirty="0">
          <a:solidFill>
            <a:schemeClr val="tx1"/>
          </a:solidFill>
          <a:latin typeface="+mn-lt"/>
          <a:ea typeface="+mn-ea"/>
          <a:cs typeface="+mn-cs"/>
        </a:defRPr>
      </a:lvl3pPr>
      <a:lvl4pPr marL="957964" indent="-241077" algn="l" defTabSz="913554" rtl="0" eaLnBrk="1" latinLnBrk="0" hangingPunct="1">
        <a:lnSpc>
          <a:spcPct val="110000"/>
        </a:lnSpc>
        <a:spcBef>
          <a:spcPts val="0"/>
        </a:spcBef>
        <a:spcAft>
          <a:spcPts val="533"/>
        </a:spcAft>
        <a:buClr>
          <a:srgbClr val="A00020"/>
        </a:buClr>
        <a:buFont typeface="Arial" panose="020B0604020202020204" pitchFamily="34" charset="0"/>
        <a:buChar char="−"/>
        <a:defRPr lang="en-US" sz="1865" b="0" kern="1200" dirty="0">
          <a:solidFill>
            <a:schemeClr val="tx1"/>
          </a:solidFill>
          <a:latin typeface="+mn-lt"/>
          <a:ea typeface="+mn-ea"/>
          <a:cs typeface="+mn-cs"/>
        </a:defRPr>
      </a:lvl4pPr>
      <a:lvl5pPr marL="1192696" indent="-234733" algn="l" defTabSz="913554" rtl="0" eaLnBrk="1" latinLnBrk="0" hangingPunct="1">
        <a:lnSpc>
          <a:spcPct val="110000"/>
        </a:lnSpc>
        <a:spcBef>
          <a:spcPts val="0"/>
        </a:spcBef>
        <a:spcAft>
          <a:spcPts val="533"/>
        </a:spcAft>
        <a:buClr>
          <a:srgbClr val="A00020"/>
        </a:buClr>
        <a:buFont typeface="Arial" panose="020B0604020202020204" pitchFamily="34" charset="0"/>
        <a:buChar char="−"/>
        <a:defRPr lang="en-US" sz="1865" kern="1200" dirty="0">
          <a:solidFill>
            <a:schemeClr val="tx1"/>
          </a:solidFill>
          <a:latin typeface="+mn-lt"/>
          <a:ea typeface="+mn-ea"/>
          <a:cs typeface="+mn-cs"/>
        </a:defRPr>
      </a:lvl5pPr>
      <a:lvl6pPr marL="1433772" indent="-241077" algn="l" defTabSz="913554" rtl="0" eaLnBrk="1" latinLnBrk="0" hangingPunct="1">
        <a:lnSpc>
          <a:spcPct val="110000"/>
        </a:lnSpc>
        <a:spcBef>
          <a:spcPts val="0"/>
        </a:spcBef>
        <a:spcAft>
          <a:spcPts val="533"/>
        </a:spcAft>
        <a:buClr>
          <a:srgbClr val="A00020"/>
        </a:buClr>
        <a:buFont typeface="Arial" panose="020B0604020202020204" pitchFamily="34" charset="0"/>
        <a:buChar char="−"/>
        <a:defRPr lang="en-US" sz="1865" kern="1200" dirty="0">
          <a:solidFill>
            <a:schemeClr val="tx1"/>
          </a:solidFill>
          <a:latin typeface="+mn-lt"/>
          <a:ea typeface="+mn-ea"/>
          <a:cs typeface="+mn-cs"/>
        </a:defRPr>
      </a:lvl6pPr>
      <a:lvl7pPr marL="2969051" indent="-228389" algn="l" defTabSz="91355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5828" indent="-228389" algn="l" defTabSz="91355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2606" indent="-228389" algn="l" defTabSz="91355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3554" rtl="0" eaLnBrk="1" latinLnBrk="0" hangingPunct="1">
        <a:defRPr sz="1799" kern="1200">
          <a:solidFill>
            <a:schemeClr val="tx1"/>
          </a:solidFill>
          <a:latin typeface="+mn-lt"/>
          <a:ea typeface="+mn-ea"/>
          <a:cs typeface="+mn-cs"/>
        </a:defRPr>
      </a:lvl1pPr>
      <a:lvl2pPr marL="456777" algn="l" defTabSz="913554" rtl="0" eaLnBrk="1" latinLnBrk="0" hangingPunct="1">
        <a:defRPr sz="1799" kern="1200">
          <a:solidFill>
            <a:schemeClr val="tx1"/>
          </a:solidFill>
          <a:latin typeface="+mn-lt"/>
          <a:ea typeface="+mn-ea"/>
          <a:cs typeface="+mn-cs"/>
        </a:defRPr>
      </a:lvl2pPr>
      <a:lvl3pPr marL="913554" algn="l" defTabSz="913554" rtl="0" eaLnBrk="1" latinLnBrk="0" hangingPunct="1">
        <a:defRPr sz="1799" kern="1200">
          <a:solidFill>
            <a:schemeClr val="tx1"/>
          </a:solidFill>
          <a:latin typeface="+mn-lt"/>
          <a:ea typeface="+mn-ea"/>
          <a:cs typeface="+mn-cs"/>
        </a:defRPr>
      </a:lvl3pPr>
      <a:lvl4pPr marL="1370331" algn="l" defTabSz="913554" rtl="0" eaLnBrk="1" latinLnBrk="0" hangingPunct="1">
        <a:defRPr sz="1799" kern="1200">
          <a:solidFill>
            <a:schemeClr val="tx1"/>
          </a:solidFill>
          <a:latin typeface="+mn-lt"/>
          <a:ea typeface="+mn-ea"/>
          <a:cs typeface="+mn-cs"/>
        </a:defRPr>
      </a:lvl4pPr>
      <a:lvl5pPr marL="1827109" algn="l" defTabSz="913554" rtl="0" eaLnBrk="1" latinLnBrk="0" hangingPunct="1">
        <a:defRPr sz="1799" kern="1200">
          <a:solidFill>
            <a:schemeClr val="tx1"/>
          </a:solidFill>
          <a:latin typeface="+mn-lt"/>
          <a:ea typeface="+mn-ea"/>
          <a:cs typeface="+mn-cs"/>
        </a:defRPr>
      </a:lvl5pPr>
      <a:lvl6pPr marL="2283886" algn="l" defTabSz="913554" rtl="0" eaLnBrk="1" latinLnBrk="0" hangingPunct="1">
        <a:defRPr sz="1799" kern="1200">
          <a:solidFill>
            <a:schemeClr val="tx1"/>
          </a:solidFill>
          <a:latin typeface="+mn-lt"/>
          <a:ea typeface="+mn-ea"/>
          <a:cs typeface="+mn-cs"/>
        </a:defRPr>
      </a:lvl6pPr>
      <a:lvl7pPr marL="2740662" algn="l" defTabSz="913554" rtl="0" eaLnBrk="1" latinLnBrk="0" hangingPunct="1">
        <a:defRPr sz="1799" kern="1200">
          <a:solidFill>
            <a:schemeClr val="tx1"/>
          </a:solidFill>
          <a:latin typeface="+mn-lt"/>
          <a:ea typeface="+mn-ea"/>
          <a:cs typeface="+mn-cs"/>
        </a:defRPr>
      </a:lvl7pPr>
      <a:lvl8pPr marL="3197440" algn="l" defTabSz="913554" rtl="0" eaLnBrk="1" latinLnBrk="0" hangingPunct="1">
        <a:defRPr sz="1799" kern="1200">
          <a:solidFill>
            <a:schemeClr val="tx1"/>
          </a:solidFill>
          <a:latin typeface="+mn-lt"/>
          <a:ea typeface="+mn-ea"/>
          <a:cs typeface="+mn-cs"/>
        </a:defRPr>
      </a:lvl8pPr>
      <a:lvl9pPr marL="3654217" algn="l" defTabSz="91355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6" pos="226">
          <p15:clr>
            <a:srgbClr val="F26B43"/>
          </p15:clr>
        </p15:guide>
        <p15:guide id="8" orient="horz" pos="544">
          <p15:clr>
            <a:srgbClr val="F26B43"/>
          </p15:clr>
        </p15:guide>
        <p15:guide id="10" orient="horz" pos="384">
          <p15:clr>
            <a:srgbClr val="F26B43"/>
          </p15:clr>
        </p15:guide>
        <p15:guide id="11" orient="horz" pos="2982">
          <p15:clr>
            <a:srgbClr val="F26B43"/>
          </p15:clr>
        </p15:guide>
        <p15:guide id="12" orient="horz" pos="760">
          <p15:clr>
            <a:srgbClr val="F26B43"/>
          </p15:clr>
        </p15:guide>
        <p15:guide id="14" pos="2925">
          <p15:clr>
            <a:srgbClr val="F26B43"/>
          </p15:clr>
        </p15:guide>
        <p15:guide id="15" pos="2835">
          <p15:clr>
            <a:srgbClr val="F26B43"/>
          </p15:clr>
        </p15:guide>
        <p15:guide id="16" orient="horz" pos="1826">
          <p15:clr>
            <a:srgbClr val="F26B43"/>
          </p15:clr>
        </p15:guide>
        <p15:guide id="17" orient="horz" pos="1916">
          <p15:clr>
            <a:srgbClr val="F26B43"/>
          </p15:clr>
        </p15:guide>
        <p15:guide id="18" orient="horz" pos="3164">
          <p15:clr>
            <a:srgbClr val="F26B43"/>
          </p15:clr>
        </p15:guide>
        <p15:guide id="19" orient="horz" pos="1622">
          <p15:clr>
            <a:srgbClr val="F26B43"/>
          </p15:clr>
        </p15:guide>
        <p15:guide id="20" pos="2880">
          <p15:clr>
            <a:srgbClr val="F26B43"/>
          </p15:clr>
        </p15:guide>
        <p15:guide id="21" pos="2969">
          <p15:clr>
            <a:srgbClr val="F26B43"/>
          </p15:clr>
        </p15:guide>
        <p15:guide id="22" pos="2790">
          <p15:clr>
            <a:srgbClr val="F26B43"/>
          </p15:clr>
        </p15:guide>
        <p15:guide id="23" pos="462">
          <p15:clr>
            <a:srgbClr val="F26B43"/>
          </p15:clr>
        </p15:guide>
        <p15:guide id="24" pos="227">
          <p15:clr>
            <a:srgbClr val="F26B43"/>
          </p15:clr>
        </p15:guide>
        <p15:guide id="25" pos="5534">
          <p15:clr>
            <a:srgbClr val="F26B43"/>
          </p15:clr>
        </p15:guide>
        <p15:guide id="26" orient="horz" pos="556">
          <p15:clr>
            <a:srgbClr val="F26B43"/>
          </p15:clr>
        </p15:guide>
        <p15:guide id="27" orient="horz" pos="420">
          <p15:clr>
            <a:srgbClr val="F26B43"/>
          </p15:clr>
        </p15:guide>
        <p15:guide id="28" orient="horz" pos="283">
          <p15:clr>
            <a:srgbClr val="F26B43"/>
          </p15:clr>
        </p15:guide>
        <p15:guide id="29" orient="horz" pos="2996">
          <p15:clr>
            <a:srgbClr val="F26B43"/>
          </p15:clr>
        </p15:guide>
        <p15:guide id="30" orient="horz" pos="768">
          <p15:clr>
            <a:srgbClr val="F26B43"/>
          </p15:clr>
        </p15:guide>
        <p15:guide id="31" orient="horz" pos="2879">
          <p15:clr>
            <a:srgbClr val="F26B43"/>
          </p15:clr>
        </p15:guide>
        <p15:guide id="32" orient="horz" pos="312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Grafik 19" descr="Ein Bild, das Text, Reklametafel, Schild, Beschilderung enthält.&#10;&#10;Automatisch generierte Beschreibung">
            <a:extLst>
              <a:ext uri="{FF2B5EF4-FFF2-40B4-BE49-F238E27FC236}">
                <a16:creationId xmlns:a16="http://schemas.microsoft.com/office/drawing/2014/main" id="{7D7C99F8-647F-4BBD-BDE4-F69828011F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5133" y="2067787"/>
            <a:ext cx="4939828" cy="2779276"/>
          </a:xfrm>
          <a:prstGeom prst="rect">
            <a:avLst/>
          </a:prstGeom>
        </p:spPr>
      </p:pic>
      <p:sp>
        <p:nvSpPr>
          <p:cNvPr id="2" name="Titel 1">
            <a:extLst>
              <a:ext uri="{FF2B5EF4-FFF2-40B4-BE49-F238E27FC236}">
                <a16:creationId xmlns:a16="http://schemas.microsoft.com/office/drawing/2014/main" id="{15455EFC-4A07-49DE-86DE-790320EA21AF}"/>
              </a:ext>
            </a:extLst>
          </p:cNvPr>
          <p:cNvSpPr>
            <a:spLocks noGrp="1"/>
          </p:cNvSpPr>
          <p:nvPr>
            <p:ph type="title"/>
          </p:nvPr>
        </p:nvSpPr>
        <p:spPr/>
        <p:txBody>
          <a:bodyPr/>
          <a:lstStyle/>
          <a:p>
            <a:r>
              <a:rPr lang="de-DE" dirty="0"/>
              <a:t>LIKE </a:t>
            </a:r>
            <a:r>
              <a:rPr lang="de-DE" dirty="0" err="1"/>
              <a:t>Learn</a:t>
            </a:r>
            <a:r>
              <a:rPr lang="de-DE" dirty="0"/>
              <a:t> Development – </a:t>
            </a:r>
            <a:r>
              <a:rPr lang="de-DE" dirty="0">
                <a:highlight>
                  <a:srgbClr val="FFFF00"/>
                </a:highlight>
              </a:rPr>
              <a:t>Module</a:t>
            </a:r>
          </a:p>
        </p:txBody>
      </p:sp>
      <p:sp>
        <p:nvSpPr>
          <p:cNvPr id="3" name="Textplatzhalter 2">
            <a:extLst>
              <a:ext uri="{FF2B5EF4-FFF2-40B4-BE49-F238E27FC236}">
                <a16:creationId xmlns:a16="http://schemas.microsoft.com/office/drawing/2014/main" id="{C13A692D-8BE5-4295-BF26-09ED0D9FF9D1}"/>
              </a:ext>
            </a:extLst>
          </p:cNvPr>
          <p:cNvSpPr>
            <a:spLocks noGrp="1"/>
          </p:cNvSpPr>
          <p:nvPr>
            <p:ph type="body" sz="quarter" idx="14"/>
          </p:nvPr>
        </p:nvSpPr>
        <p:spPr/>
        <p:txBody>
          <a:bodyPr/>
          <a:lstStyle/>
          <a:p>
            <a:r>
              <a:rPr lang="de-DE" dirty="0">
                <a:highlight>
                  <a:srgbClr val="FFFF00"/>
                </a:highlight>
              </a:rPr>
              <a:t>Region</a:t>
            </a:r>
            <a:r>
              <a:rPr lang="de-DE" dirty="0"/>
              <a:t>–  </a:t>
            </a:r>
            <a:r>
              <a:rPr lang="de-DE" dirty="0" err="1"/>
              <a:t>Results</a:t>
            </a:r>
            <a:r>
              <a:rPr lang="de-DE" dirty="0"/>
              <a:t> </a:t>
            </a:r>
            <a:r>
              <a:rPr lang="de-DE" dirty="0">
                <a:highlight>
                  <a:srgbClr val="FFFF00"/>
                </a:highlight>
              </a:rPr>
              <a:t>202X</a:t>
            </a:r>
          </a:p>
        </p:txBody>
      </p:sp>
      <p:sp>
        <p:nvSpPr>
          <p:cNvPr id="4" name="Fußzeilenplatzhalter 3">
            <a:extLst>
              <a:ext uri="{FF2B5EF4-FFF2-40B4-BE49-F238E27FC236}">
                <a16:creationId xmlns:a16="http://schemas.microsoft.com/office/drawing/2014/main" id="{548A811B-279A-430A-8781-6F1ECE5D7487}"/>
              </a:ext>
            </a:extLst>
          </p:cNvPr>
          <p:cNvSpPr>
            <a:spLocks noGrp="1"/>
          </p:cNvSpPr>
          <p:nvPr>
            <p:ph type="ftr" sz="quarter" idx="16"/>
          </p:nvPr>
        </p:nvSpPr>
        <p:spPr/>
        <p:txBody>
          <a:bodyPr/>
          <a:lstStyle/>
          <a:p>
            <a:r>
              <a:rPr lang="en-US" dirty="0">
                <a:solidFill>
                  <a:srgbClr val="292929"/>
                </a:solidFill>
                <a:latin typeface="Arial" panose="020B0604020202020204" pitchFamily="34" charset="0"/>
              </a:rPr>
              <a:t>LIKE Learn Development - Results - </a:t>
            </a:r>
            <a:r>
              <a:rPr lang="en-US" dirty="0">
                <a:solidFill>
                  <a:srgbClr val="292929"/>
                </a:solidFill>
                <a:highlight>
                  <a:srgbClr val="FFFF00"/>
                </a:highlight>
                <a:latin typeface="Arial" panose="020B0604020202020204" pitchFamily="34" charset="0"/>
              </a:rPr>
              <a:t>Stephanie Heim, Benjamin Stoever - 2025-10-27</a:t>
            </a:r>
          </a:p>
        </p:txBody>
      </p:sp>
      <p:sp>
        <p:nvSpPr>
          <p:cNvPr id="9" name="Ellipse 8">
            <a:extLst>
              <a:ext uri="{FF2B5EF4-FFF2-40B4-BE49-F238E27FC236}">
                <a16:creationId xmlns:a16="http://schemas.microsoft.com/office/drawing/2014/main" id="{3A5CF7A8-D7F3-4C3F-B921-68BC84857766}"/>
              </a:ext>
            </a:extLst>
          </p:cNvPr>
          <p:cNvSpPr/>
          <p:nvPr/>
        </p:nvSpPr>
        <p:spPr>
          <a:xfrm>
            <a:off x="659619" y="1440256"/>
            <a:ext cx="3478080" cy="1782293"/>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en-US" sz="2397" dirty="0" err="1">
                <a:solidFill>
                  <a:srgbClr val="292929"/>
                </a:solidFill>
                <a:latin typeface="Arial"/>
              </a:rPr>
              <a:t>total_nr_participants</a:t>
            </a:r>
            <a:endParaRPr lang="en-US" sz="2397" dirty="0">
              <a:solidFill>
                <a:srgbClr val="292929"/>
              </a:solidFill>
              <a:latin typeface="Arial"/>
            </a:endParaRPr>
          </a:p>
        </p:txBody>
      </p:sp>
      <p:sp>
        <p:nvSpPr>
          <p:cNvPr id="12" name="Ellipse 11">
            <a:extLst>
              <a:ext uri="{FF2B5EF4-FFF2-40B4-BE49-F238E27FC236}">
                <a16:creationId xmlns:a16="http://schemas.microsoft.com/office/drawing/2014/main" id="{D02E8C8E-1055-463D-9377-8914CA1FC361}"/>
              </a:ext>
            </a:extLst>
          </p:cNvPr>
          <p:cNvSpPr/>
          <p:nvPr/>
        </p:nvSpPr>
        <p:spPr>
          <a:xfrm rot="52054">
            <a:off x="33090" y="2636565"/>
            <a:ext cx="4356543" cy="1173361"/>
          </a:xfrm>
          <a:prstGeom prst="ellipse">
            <a:avLst/>
          </a:prstGeom>
          <a:solidFill>
            <a:srgbClr val="A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de-DE" sz="1865" dirty="0" err="1">
                <a:solidFill>
                  <a:srgbClr val="FFFFFF"/>
                </a:solidFill>
                <a:latin typeface="Arial"/>
              </a:rPr>
              <a:t>participants</a:t>
            </a:r>
            <a:endParaRPr lang="de-DE" sz="1865" dirty="0">
              <a:solidFill>
                <a:srgbClr val="FFFFFF"/>
              </a:solidFill>
              <a:latin typeface="Arial"/>
            </a:endParaRPr>
          </a:p>
        </p:txBody>
      </p:sp>
      <p:sp>
        <p:nvSpPr>
          <p:cNvPr id="13" name="Ellipse 12">
            <a:extLst>
              <a:ext uri="{FF2B5EF4-FFF2-40B4-BE49-F238E27FC236}">
                <a16:creationId xmlns:a16="http://schemas.microsoft.com/office/drawing/2014/main" id="{79735140-9697-4F3C-A8EC-DFA01454CB42}"/>
              </a:ext>
            </a:extLst>
          </p:cNvPr>
          <p:cNvSpPr/>
          <p:nvPr/>
        </p:nvSpPr>
        <p:spPr>
          <a:xfrm>
            <a:off x="5376313" y="4006627"/>
            <a:ext cx="2496352" cy="1400709"/>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en-US" sz="1865">
                <a:solidFill>
                  <a:srgbClr val="292929"/>
                </a:solidFill>
                <a:latin typeface="Arial"/>
              </a:rPr>
              <a:t>Total amount of time spent*:</a:t>
            </a:r>
          </a:p>
          <a:p>
            <a:pPr algn="ctr" defTabSz="1219170">
              <a:buClr>
                <a:srgbClr val="A00020"/>
              </a:buClr>
            </a:pPr>
            <a:endParaRPr lang="en-US" sz="1865">
              <a:solidFill>
                <a:srgbClr val="292929"/>
              </a:solidFill>
              <a:latin typeface="Arial"/>
            </a:endParaRPr>
          </a:p>
        </p:txBody>
      </p:sp>
      <p:sp>
        <p:nvSpPr>
          <p:cNvPr id="14" name="Ellipse 13">
            <a:extLst>
              <a:ext uri="{FF2B5EF4-FFF2-40B4-BE49-F238E27FC236}">
                <a16:creationId xmlns:a16="http://schemas.microsoft.com/office/drawing/2014/main" id="{E49AF45C-8FCD-4F7A-B7E3-1FDF62EC5246}"/>
              </a:ext>
            </a:extLst>
          </p:cNvPr>
          <p:cNvSpPr/>
          <p:nvPr/>
        </p:nvSpPr>
        <p:spPr>
          <a:xfrm rot="134225">
            <a:off x="5642106" y="4904375"/>
            <a:ext cx="2188335" cy="464181"/>
          </a:xfrm>
          <a:prstGeom prst="ellipse">
            <a:avLst/>
          </a:prstGeom>
          <a:solidFill>
            <a:srgbClr val="A00020"/>
          </a:solidFill>
          <a:ln>
            <a:noFill/>
          </a:ln>
        </p:spPr>
        <p:style>
          <a:lnRef idx="2">
            <a:schemeClr val="accent1">
              <a:shade val="50000"/>
            </a:schemeClr>
          </a:lnRef>
          <a:fillRef idx="1">
            <a:schemeClr val="accent1"/>
          </a:fillRef>
          <a:effectRef idx="0">
            <a:schemeClr val="accent1"/>
          </a:effectRef>
          <a:fontRef idx="minor">
            <a:schemeClr val="lt1"/>
          </a:fontRef>
        </p:style>
        <p:txBody>
          <a:bodyPr lIns="121807" tIns="60904" rIns="121807" bIns="60904" rtlCol="0" anchor="ctr"/>
          <a:lstStyle/>
          <a:p>
            <a:pPr algn="ctr" defTabSz="1219170"/>
            <a:r>
              <a:rPr lang="de-DE" sz="1865" dirty="0" err="1">
                <a:solidFill>
                  <a:srgbClr val="FFFFFF"/>
                </a:solidFill>
                <a:latin typeface="Arial"/>
              </a:rPr>
              <a:t>total_time</a:t>
            </a:r>
            <a:endParaRPr lang="de-DE" sz="1865" dirty="0">
              <a:solidFill>
                <a:srgbClr val="FFFFFF"/>
              </a:solidFill>
              <a:latin typeface="Arial"/>
            </a:endParaRPr>
          </a:p>
        </p:txBody>
      </p:sp>
      <p:sp>
        <p:nvSpPr>
          <p:cNvPr id="15" name="Ellipse 14">
            <a:extLst>
              <a:ext uri="{FF2B5EF4-FFF2-40B4-BE49-F238E27FC236}">
                <a16:creationId xmlns:a16="http://schemas.microsoft.com/office/drawing/2014/main" id="{F89AF569-43E4-485E-8861-0DF9F500BBD9}"/>
              </a:ext>
            </a:extLst>
          </p:cNvPr>
          <p:cNvSpPr/>
          <p:nvPr/>
        </p:nvSpPr>
        <p:spPr>
          <a:xfrm rot="432696">
            <a:off x="5753757" y="1223112"/>
            <a:ext cx="2902089" cy="2077216"/>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endParaRPr lang="en-US" sz="1865">
              <a:solidFill>
                <a:srgbClr val="292929"/>
              </a:solidFill>
              <a:latin typeface="Arial"/>
            </a:endParaRPr>
          </a:p>
          <a:p>
            <a:pPr algn="ctr" defTabSz="1219170">
              <a:buClr>
                <a:srgbClr val="A00020"/>
              </a:buClr>
            </a:pPr>
            <a:r>
              <a:rPr lang="en-US" sz="1865">
                <a:solidFill>
                  <a:srgbClr val="292929"/>
                </a:solidFill>
                <a:latin typeface="Arial"/>
              </a:rPr>
              <a:t>Average Accuracy (all modules)</a:t>
            </a:r>
          </a:p>
          <a:p>
            <a:pPr algn="ctr" defTabSz="1219170">
              <a:buClr>
                <a:srgbClr val="A00020"/>
              </a:buClr>
            </a:pPr>
            <a:endParaRPr lang="en-US" sz="1865">
              <a:solidFill>
                <a:srgbClr val="292929"/>
              </a:solidFill>
              <a:latin typeface="Arial"/>
            </a:endParaRPr>
          </a:p>
        </p:txBody>
      </p:sp>
      <p:sp>
        <p:nvSpPr>
          <p:cNvPr id="16" name="Ellipse 15">
            <a:extLst>
              <a:ext uri="{FF2B5EF4-FFF2-40B4-BE49-F238E27FC236}">
                <a16:creationId xmlns:a16="http://schemas.microsoft.com/office/drawing/2014/main" id="{43880975-2267-40E2-94FF-31530E6806DB}"/>
              </a:ext>
            </a:extLst>
          </p:cNvPr>
          <p:cNvSpPr/>
          <p:nvPr/>
        </p:nvSpPr>
        <p:spPr>
          <a:xfrm rot="453021">
            <a:off x="6003837" y="2820868"/>
            <a:ext cx="1511665" cy="577429"/>
          </a:xfrm>
          <a:prstGeom prst="ellipse">
            <a:avLst/>
          </a:prstGeom>
          <a:solidFill>
            <a:srgbClr val="A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de-DE" sz="2397" b="1" dirty="0" err="1">
                <a:solidFill>
                  <a:srgbClr val="FFFFFF"/>
                </a:solidFill>
                <a:latin typeface="Arial"/>
              </a:rPr>
              <a:t>avg_acc</a:t>
            </a:r>
            <a:endParaRPr lang="de-DE" sz="2397" b="1" dirty="0">
              <a:solidFill>
                <a:srgbClr val="FFFFFF"/>
              </a:solidFill>
              <a:latin typeface="Arial"/>
            </a:endParaRPr>
          </a:p>
        </p:txBody>
      </p:sp>
      <p:sp>
        <p:nvSpPr>
          <p:cNvPr id="19" name="Ellipse 18">
            <a:extLst>
              <a:ext uri="{FF2B5EF4-FFF2-40B4-BE49-F238E27FC236}">
                <a16:creationId xmlns:a16="http://schemas.microsoft.com/office/drawing/2014/main" id="{EDD7CABF-6215-45B1-A169-BE59097BC679}"/>
              </a:ext>
            </a:extLst>
          </p:cNvPr>
          <p:cNvSpPr/>
          <p:nvPr/>
        </p:nvSpPr>
        <p:spPr>
          <a:xfrm rot="482502">
            <a:off x="8680934" y="2079448"/>
            <a:ext cx="3492759" cy="1424603"/>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endParaRPr lang="en-US" sz="2397">
              <a:solidFill>
                <a:srgbClr val="292929"/>
              </a:solidFill>
              <a:latin typeface="Arial"/>
            </a:endParaRPr>
          </a:p>
          <a:p>
            <a:pPr algn="ctr" defTabSz="1219170">
              <a:buClr>
                <a:srgbClr val="A00020"/>
              </a:buClr>
            </a:pPr>
            <a:br>
              <a:rPr lang="en-US" sz="1599">
                <a:solidFill>
                  <a:srgbClr val="292929"/>
                </a:solidFill>
                <a:latin typeface="Arial"/>
              </a:rPr>
            </a:br>
            <a:br>
              <a:rPr lang="en-US" sz="1599">
                <a:solidFill>
                  <a:srgbClr val="292929"/>
                </a:solidFill>
                <a:latin typeface="Arial"/>
              </a:rPr>
            </a:br>
            <a:br>
              <a:rPr lang="en-US" sz="1865">
                <a:solidFill>
                  <a:srgbClr val="292929"/>
                </a:solidFill>
                <a:latin typeface="Arial"/>
              </a:rPr>
            </a:br>
            <a:endParaRPr lang="en-US" sz="1865">
              <a:solidFill>
                <a:srgbClr val="292929"/>
              </a:solidFill>
              <a:latin typeface="Arial"/>
            </a:endParaRPr>
          </a:p>
          <a:p>
            <a:pPr algn="ctr" defTabSz="1219170">
              <a:buClr>
                <a:srgbClr val="A00020"/>
              </a:buClr>
            </a:pPr>
            <a:endParaRPr lang="en-US" sz="2397">
              <a:solidFill>
                <a:srgbClr val="292929"/>
              </a:solidFill>
              <a:latin typeface="Arial"/>
            </a:endParaRPr>
          </a:p>
          <a:p>
            <a:pPr algn="ctr" defTabSz="1219170">
              <a:buClr>
                <a:srgbClr val="A00020"/>
              </a:buClr>
            </a:pPr>
            <a:endParaRPr lang="en-US" sz="2397">
              <a:solidFill>
                <a:srgbClr val="292929"/>
              </a:solidFill>
              <a:latin typeface="Arial"/>
            </a:endParaRPr>
          </a:p>
          <a:p>
            <a:pPr algn="ctr" defTabSz="1219170">
              <a:buClr>
                <a:srgbClr val="A00020"/>
              </a:buClr>
            </a:pPr>
            <a:endParaRPr lang="en-US" sz="2397">
              <a:solidFill>
                <a:srgbClr val="292929"/>
              </a:solidFill>
              <a:latin typeface="Arial"/>
            </a:endParaRPr>
          </a:p>
        </p:txBody>
      </p:sp>
      <p:sp>
        <p:nvSpPr>
          <p:cNvPr id="21" name="Ellipse 20">
            <a:extLst>
              <a:ext uri="{FF2B5EF4-FFF2-40B4-BE49-F238E27FC236}">
                <a16:creationId xmlns:a16="http://schemas.microsoft.com/office/drawing/2014/main" id="{33039809-D3FD-4B28-91AF-533F126B89BA}"/>
              </a:ext>
            </a:extLst>
          </p:cNvPr>
          <p:cNvSpPr/>
          <p:nvPr/>
        </p:nvSpPr>
        <p:spPr>
          <a:xfrm rot="453021">
            <a:off x="10112020" y="3387935"/>
            <a:ext cx="1511665" cy="577429"/>
          </a:xfrm>
          <a:prstGeom prst="ellipse">
            <a:avLst/>
          </a:prstGeom>
          <a:solidFill>
            <a:srgbClr val="A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de-DE" sz="2397" b="1" dirty="0" err="1">
                <a:solidFill>
                  <a:srgbClr val="FFFFFF"/>
                </a:solidFill>
                <a:latin typeface="Arial"/>
              </a:rPr>
              <a:t>knowledge</a:t>
            </a:r>
            <a:endParaRPr lang="de-DE" sz="2397" b="1" dirty="0">
              <a:solidFill>
                <a:srgbClr val="FFFFFF"/>
              </a:solidFill>
              <a:latin typeface="Arial"/>
            </a:endParaRPr>
          </a:p>
        </p:txBody>
      </p:sp>
      <p:sp>
        <p:nvSpPr>
          <p:cNvPr id="22" name="Ellipse 21">
            <a:extLst>
              <a:ext uri="{FF2B5EF4-FFF2-40B4-BE49-F238E27FC236}">
                <a16:creationId xmlns:a16="http://schemas.microsoft.com/office/drawing/2014/main" id="{7F835766-3B10-495C-8819-518397A86EC6}"/>
              </a:ext>
            </a:extLst>
          </p:cNvPr>
          <p:cNvSpPr/>
          <p:nvPr/>
        </p:nvSpPr>
        <p:spPr>
          <a:xfrm rot="482502">
            <a:off x="8255286" y="4141037"/>
            <a:ext cx="3017161" cy="2077216"/>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endParaRPr lang="en-US" sz="1865">
              <a:solidFill>
                <a:srgbClr val="292929"/>
              </a:solidFill>
              <a:latin typeface="Arial"/>
            </a:endParaRPr>
          </a:p>
          <a:p>
            <a:pPr algn="ctr" defTabSz="1219170">
              <a:buClr>
                <a:srgbClr val="A00020"/>
              </a:buClr>
            </a:pPr>
            <a:r>
              <a:rPr lang="en-US" sz="1865">
                <a:solidFill>
                  <a:srgbClr val="292929"/>
                </a:solidFill>
                <a:latin typeface="Arial"/>
              </a:rPr>
              <a:t>Consciousness</a:t>
            </a:r>
          </a:p>
          <a:p>
            <a:pPr algn="ctr" defTabSz="1219170">
              <a:buClr>
                <a:srgbClr val="A00020"/>
              </a:buClr>
            </a:pPr>
            <a:r>
              <a:rPr lang="en-US" sz="1865">
                <a:solidFill>
                  <a:srgbClr val="292929"/>
                </a:solidFill>
                <a:latin typeface="Arial"/>
              </a:rPr>
              <a:t>UI / CI / UC / CC</a:t>
            </a:r>
            <a:br>
              <a:rPr lang="en-US" sz="1865">
                <a:solidFill>
                  <a:srgbClr val="292929"/>
                </a:solidFill>
                <a:latin typeface="Arial"/>
              </a:rPr>
            </a:br>
            <a:endParaRPr lang="en-US" sz="1865">
              <a:solidFill>
                <a:srgbClr val="292929"/>
              </a:solidFill>
              <a:latin typeface="Arial"/>
            </a:endParaRPr>
          </a:p>
          <a:p>
            <a:pPr algn="ctr" defTabSz="1219170">
              <a:buClr>
                <a:srgbClr val="A00020"/>
              </a:buClr>
            </a:pPr>
            <a:endParaRPr lang="en-US" sz="1865">
              <a:solidFill>
                <a:srgbClr val="292929"/>
              </a:solidFill>
              <a:latin typeface="Arial"/>
            </a:endParaRPr>
          </a:p>
          <a:p>
            <a:pPr algn="ctr" defTabSz="1219170">
              <a:buClr>
                <a:srgbClr val="A00020"/>
              </a:buClr>
            </a:pPr>
            <a:endParaRPr lang="en-US" sz="1865">
              <a:solidFill>
                <a:srgbClr val="292929"/>
              </a:solidFill>
              <a:latin typeface="Arial"/>
            </a:endParaRPr>
          </a:p>
          <a:p>
            <a:pPr algn="ctr" defTabSz="1219170">
              <a:buClr>
                <a:srgbClr val="A00020"/>
              </a:buClr>
            </a:pPr>
            <a:endParaRPr lang="en-US" sz="1865">
              <a:solidFill>
                <a:srgbClr val="292929"/>
              </a:solidFill>
              <a:latin typeface="Arial"/>
            </a:endParaRPr>
          </a:p>
        </p:txBody>
      </p:sp>
      <p:sp>
        <p:nvSpPr>
          <p:cNvPr id="23" name="Ellipse 22">
            <a:extLst>
              <a:ext uri="{FF2B5EF4-FFF2-40B4-BE49-F238E27FC236}">
                <a16:creationId xmlns:a16="http://schemas.microsoft.com/office/drawing/2014/main" id="{6AEAC9DD-D50C-47B6-8F85-BAE5000D40C7}"/>
              </a:ext>
            </a:extLst>
          </p:cNvPr>
          <p:cNvSpPr/>
          <p:nvPr/>
        </p:nvSpPr>
        <p:spPr>
          <a:xfrm rot="453021">
            <a:off x="7859106" y="5222706"/>
            <a:ext cx="4048631" cy="577429"/>
          </a:xfrm>
          <a:prstGeom prst="ellipse">
            <a:avLst/>
          </a:prstGeom>
          <a:solidFill>
            <a:srgbClr val="A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de-DE" sz="1865" dirty="0" err="1">
                <a:solidFill>
                  <a:srgbClr val="FFFFFF"/>
                </a:solidFill>
                <a:latin typeface="Arial"/>
              </a:rPr>
              <a:t>consciousness</a:t>
            </a:r>
            <a:endParaRPr lang="de-DE" sz="1865" dirty="0">
              <a:solidFill>
                <a:srgbClr val="FFFFFF"/>
              </a:solidFill>
              <a:latin typeface="Arial"/>
            </a:endParaRPr>
          </a:p>
        </p:txBody>
      </p:sp>
      <p:sp>
        <p:nvSpPr>
          <p:cNvPr id="24" name="Ellipse 23">
            <a:extLst>
              <a:ext uri="{FF2B5EF4-FFF2-40B4-BE49-F238E27FC236}">
                <a16:creationId xmlns:a16="http://schemas.microsoft.com/office/drawing/2014/main" id="{E3A1D6B4-B27A-44B4-B7D4-9AC0DA705052}"/>
              </a:ext>
            </a:extLst>
          </p:cNvPr>
          <p:cNvSpPr/>
          <p:nvPr/>
        </p:nvSpPr>
        <p:spPr>
          <a:xfrm rot="482502">
            <a:off x="4126273" y="5472785"/>
            <a:ext cx="3017161" cy="1028551"/>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en-US" sz="1599">
                <a:solidFill>
                  <a:srgbClr val="292929"/>
                </a:solidFill>
                <a:latin typeface="Arial"/>
              </a:rPr>
              <a:t>Reduction Unconscious incompetence</a:t>
            </a:r>
          </a:p>
        </p:txBody>
      </p:sp>
      <p:sp>
        <p:nvSpPr>
          <p:cNvPr id="25" name="Ellipse 24">
            <a:extLst>
              <a:ext uri="{FF2B5EF4-FFF2-40B4-BE49-F238E27FC236}">
                <a16:creationId xmlns:a16="http://schemas.microsoft.com/office/drawing/2014/main" id="{EEB1D498-EE0B-4532-B402-F8BE9FA9CE76}"/>
              </a:ext>
            </a:extLst>
          </p:cNvPr>
          <p:cNvSpPr/>
          <p:nvPr/>
        </p:nvSpPr>
        <p:spPr>
          <a:xfrm rot="453021">
            <a:off x="6338309" y="5968724"/>
            <a:ext cx="1511665" cy="445160"/>
          </a:xfrm>
          <a:prstGeom prst="ellipse">
            <a:avLst/>
          </a:prstGeom>
          <a:solidFill>
            <a:srgbClr val="A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de-DE" sz="2397" b="1">
                <a:solidFill>
                  <a:srgbClr val="FFFFFF"/>
                </a:solidFill>
                <a:latin typeface="Arial"/>
              </a:rPr>
              <a:t>iui</a:t>
            </a:r>
            <a:endParaRPr lang="de-DE" sz="2397" b="1" dirty="0">
              <a:solidFill>
                <a:srgbClr val="FFFFFF"/>
              </a:solidFill>
              <a:latin typeface="Arial"/>
            </a:endParaRPr>
          </a:p>
        </p:txBody>
      </p:sp>
      <p:sp>
        <p:nvSpPr>
          <p:cNvPr id="6" name="Ellipse 5">
            <a:extLst>
              <a:ext uri="{FF2B5EF4-FFF2-40B4-BE49-F238E27FC236}">
                <a16:creationId xmlns:a16="http://schemas.microsoft.com/office/drawing/2014/main" id="{9C2AB1CE-EB41-7C33-BB13-032E644FC5D0}"/>
              </a:ext>
            </a:extLst>
          </p:cNvPr>
          <p:cNvSpPr/>
          <p:nvPr/>
        </p:nvSpPr>
        <p:spPr>
          <a:xfrm>
            <a:off x="315235" y="3812265"/>
            <a:ext cx="3431879" cy="1706369"/>
          </a:xfrm>
          <a:prstGeom prst="ellipse">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en-US" sz="1865">
                <a:solidFill>
                  <a:srgbClr val="292929"/>
                </a:solidFill>
                <a:latin typeface="Arial"/>
              </a:rPr>
              <a:t>Average time needed to complete</a:t>
            </a:r>
          </a:p>
          <a:p>
            <a:pPr algn="ctr" defTabSz="1219170">
              <a:buClr>
                <a:srgbClr val="A00020"/>
              </a:buClr>
            </a:pPr>
            <a:endParaRPr lang="en-US" sz="2397">
              <a:solidFill>
                <a:srgbClr val="292929"/>
              </a:solidFill>
              <a:latin typeface="Arial"/>
            </a:endParaRPr>
          </a:p>
        </p:txBody>
      </p:sp>
      <p:sp>
        <p:nvSpPr>
          <p:cNvPr id="7" name="Ellipse 6">
            <a:extLst>
              <a:ext uri="{FF2B5EF4-FFF2-40B4-BE49-F238E27FC236}">
                <a16:creationId xmlns:a16="http://schemas.microsoft.com/office/drawing/2014/main" id="{390A4208-BE9C-3754-11CE-56D54D73AC9C}"/>
              </a:ext>
            </a:extLst>
          </p:cNvPr>
          <p:cNvSpPr/>
          <p:nvPr/>
        </p:nvSpPr>
        <p:spPr>
          <a:xfrm rot="21598553">
            <a:off x="1786094" y="4855176"/>
            <a:ext cx="2410500" cy="1003120"/>
          </a:xfrm>
          <a:prstGeom prst="ellipse">
            <a:avLst/>
          </a:prstGeom>
          <a:solidFill>
            <a:srgbClr val="A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A00020"/>
              </a:buClr>
            </a:pPr>
            <a:r>
              <a:rPr lang="de-DE" sz="1599" dirty="0">
                <a:solidFill>
                  <a:srgbClr val="FFFFFF"/>
                </a:solidFill>
                <a:latin typeface="Arial"/>
              </a:rPr>
              <a:t>time</a:t>
            </a:r>
          </a:p>
        </p:txBody>
      </p:sp>
      <p:sp>
        <p:nvSpPr>
          <p:cNvPr id="8" name="Textfeld 7">
            <a:extLst>
              <a:ext uri="{FF2B5EF4-FFF2-40B4-BE49-F238E27FC236}">
                <a16:creationId xmlns:a16="http://schemas.microsoft.com/office/drawing/2014/main" id="{3C116215-1A73-BD2D-B36E-436915ECA754}"/>
              </a:ext>
            </a:extLst>
          </p:cNvPr>
          <p:cNvSpPr txBox="1"/>
          <p:nvPr/>
        </p:nvSpPr>
        <p:spPr>
          <a:xfrm rot="678862">
            <a:off x="9184432" y="2335496"/>
            <a:ext cx="2514765" cy="953338"/>
          </a:xfrm>
          <a:prstGeom prst="rect">
            <a:avLst/>
          </a:prstGeom>
          <a:noFill/>
        </p:spPr>
        <p:txBody>
          <a:bodyPr wrap="square" rtlCol="0">
            <a:spAutoFit/>
          </a:bodyPr>
          <a:lstStyle/>
          <a:p>
            <a:pPr algn="ctr" defTabSz="1219170">
              <a:buClr>
                <a:srgbClr val="A00020"/>
              </a:buClr>
            </a:pPr>
            <a:r>
              <a:rPr lang="en-US" sz="1865">
                <a:solidFill>
                  <a:srgbClr val="292929"/>
                </a:solidFill>
                <a:latin typeface="Arial"/>
              </a:rPr>
              <a:t>Knowledge increase (Metacognition progress)</a:t>
            </a:r>
            <a:endParaRPr lang="de-DE" sz="1865" err="1">
              <a:solidFill>
                <a:srgbClr val="292929"/>
              </a:solidFill>
              <a:latin typeface="Arial"/>
            </a:endParaRPr>
          </a:p>
        </p:txBody>
      </p:sp>
    </p:spTree>
    <p:extLst>
      <p:ext uri="{BB962C8B-B14F-4D97-AF65-F5344CB8AC3E}">
        <p14:creationId xmlns:p14="http://schemas.microsoft.com/office/powerpoint/2010/main" val="2070063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D62002-F209-4079-B66C-A0988C38185F}"/>
              </a:ext>
            </a:extLst>
          </p:cNvPr>
          <p:cNvSpPr>
            <a:spLocks noGrp="1"/>
          </p:cNvSpPr>
          <p:nvPr>
            <p:ph type="title"/>
          </p:nvPr>
        </p:nvSpPr>
        <p:spPr/>
        <p:txBody>
          <a:bodyPr/>
          <a:lstStyle/>
          <a:p>
            <a:r>
              <a:rPr lang="de-DE" dirty="0"/>
              <a:t>LIKE </a:t>
            </a:r>
            <a:r>
              <a:rPr lang="de-DE" dirty="0" err="1"/>
              <a:t>Learn</a:t>
            </a:r>
            <a:r>
              <a:rPr lang="de-DE" dirty="0"/>
              <a:t> Development – </a:t>
            </a:r>
            <a:r>
              <a:rPr lang="de-DE" dirty="0">
                <a:highlight>
                  <a:srgbClr val="FFFF00"/>
                </a:highlight>
              </a:rPr>
              <a:t>Module</a:t>
            </a:r>
            <a:br>
              <a:rPr lang="de-DE" dirty="0"/>
            </a:br>
            <a:r>
              <a:rPr lang="en-US" sz="1600" dirty="0">
                <a:solidFill>
                  <a:schemeClr val="tx1"/>
                </a:solidFill>
                <a:highlight>
                  <a:srgbClr val="FFFF00"/>
                </a:highlight>
              </a:rPr>
              <a:t>Region</a:t>
            </a:r>
            <a:r>
              <a:rPr lang="en-US" sz="1600" dirty="0">
                <a:solidFill>
                  <a:schemeClr val="tx1"/>
                </a:solidFill>
              </a:rPr>
              <a:t> – Comparison of LIKE </a:t>
            </a:r>
            <a:r>
              <a:rPr lang="en-US" sz="1600" dirty="0">
                <a:solidFill>
                  <a:schemeClr val="tx1"/>
                </a:solidFill>
                <a:highlight>
                  <a:srgbClr val="FFFF00"/>
                </a:highlight>
              </a:rPr>
              <a:t>Module</a:t>
            </a:r>
            <a:r>
              <a:rPr lang="en-US" sz="1600" dirty="0">
                <a:solidFill>
                  <a:schemeClr val="tx1"/>
                </a:solidFill>
              </a:rPr>
              <a:t> Results (EMEA vs. </a:t>
            </a:r>
            <a:r>
              <a:rPr lang="en-US" sz="1600" dirty="0">
                <a:solidFill>
                  <a:schemeClr val="tx1"/>
                </a:solidFill>
                <a:highlight>
                  <a:srgbClr val="FFFF00"/>
                </a:highlight>
              </a:rPr>
              <a:t>Module</a:t>
            </a:r>
            <a:r>
              <a:rPr lang="en-US" sz="1600" dirty="0">
                <a:solidFill>
                  <a:schemeClr val="tx1"/>
                </a:solidFill>
              </a:rPr>
              <a:t>)</a:t>
            </a:r>
            <a:endParaRPr lang="de-DE" sz="1600" dirty="0">
              <a:solidFill>
                <a:schemeClr val="tx1"/>
              </a:solidFill>
            </a:endParaRPr>
          </a:p>
        </p:txBody>
      </p:sp>
      <p:sp>
        <p:nvSpPr>
          <p:cNvPr id="3" name="Fußzeilenplatzhalter 2">
            <a:extLst>
              <a:ext uri="{FF2B5EF4-FFF2-40B4-BE49-F238E27FC236}">
                <a16:creationId xmlns:a16="http://schemas.microsoft.com/office/drawing/2014/main" id="{58068FD8-3B33-4FEF-AC1E-0D5A765F9D95}"/>
              </a:ext>
            </a:extLst>
          </p:cNvPr>
          <p:cNvSpPr>
            <a:spLocks noGrp="1"/>
          </p:cNvSpPr>
          <p:nvPr>
            <p:ph type="ftr" sz="quarter" idx="11"/>
          </p:nvPr>
        </p:nvSpPr>
        <p:spPr/>
        <p:txBody>
          <a:bodyPr/>
          <a:lstStyle/>
          <a:p>
            <a:r>
              <a:rPr lang="en-US" dirty="0">
                <a:solidFill>
                  <a:srgbClr val="292929"/>
                </a:solidFill>
                <a:latin typeface="Arial" panose="020B0604020202020204" pitchFamily="34" charset="0"/>
              </a:rPr>
              <a:t>LIKE Learn Development - Results - </a:t>
            </a:r>
            <a:r>
              <a:rPr lang="en-US" dirty="0">
                <a:solidFill>
                  <a:srgbClr val="292929"/>
                </a:solidFill>
                <a:highlight>
                  <a:srgbClr val="FFFF00"/>
                </a:highlight>
                <a:latin typeface="Arial" panose="020B0604020202020204" pitchFamily="34" charset="0"/>
              </a:rPr>
              <a:t>Stephanie Heim, Benjamin Stoever - 2025-10-27</a:t>
            </a:r>
          </a:p>
        </p:txBody>
      </p:sp>
      <mc:AlternateContent xmlns:mc="http://schemas.openxmlformats.org/markup-compatibility/2006" xmlns:a14="http://schemas.microsoft.com/office/drawing/2010/main">
        <mc:Choice Requires="a14">
          <p:graphicFrame>
            <p:nvGraphicFramePr>
              <p:cNvPr id="6" name="Inhaltsplatzhalter 5">
                <a:extLst>
                  <a:ext uri="{FF2B5EF4-FFF2-40B4-BE49-F238E27FC236}">
                    <a16:creationId xmlns:a16="http://schemas.microsoft.com/office/drawing/2014/main" id="{1BB55E88-7ACF-4A7D-8333-6C71E5FA80F7}"/>
                  </a:ext>
                </a:extLst>
              </p:cNvPr>
              <p:cNvGraphicFramePr>
                <a:graphicFrameLocks noGrp="1"/>
              </p:cNvGraphicFramePr>
              <p:nvPr>
                <p:ph sz="quarter" idx="13"/>
                <p:extLst>
                  <p:ext uri="{D42A27DB-BD31-4B8C-83A1-F6EECF244321}">
                    <p14:modId xmlns:p14="http://schemas.microsoft.com/office/powerpoint/2010/main" val="3107540017"/>
                  </p:ext>
                </p:extLst>
              </p:nvPr>
            </p:nvGraphicFramePr>
            <p:xfrm>
              <a:off x="446020" y="1350766"/>
              <a:ext cx="11316806" cy="1852953"/>
            </p:xfrm>
            <a:graphic>
              <a:graphicData uri="http://schemas.openxmlformats.org/drawingml/2006/table">
                <a:tbl>
                  <a:tblPr firstRow="1" firstCol="1" bandRow="1">
                    <a:tableStyleId>{91EBBBCC-DAD2-459C-BE2E-F6DE35CF9A28}</a:tableStyleId>
                  </a:tblPr>
                  <a:tblGrid>
                    <a:gridCol w="1567535">
                      <a:extLst>
                        <a:ext uri="{9D8B030D-6E8A-4147-A177-3AD203B41FA5}">
                          <a16:colId xmlns:a16="http://schemas.microsoft.com/office/drawing/2014/main" val="3776385459"/>
                        </a:ext>
                      </a:extLst>
                    </a:gridCol>
                    <a:gridCol w="911739">
                      <a:extLst>
                        <a:ext uri="{9D8B030D-6E8A-4147-A177-3AD203B41FA5}">
                          <a16:colId xmlns:a16="http://schemas.microsoft.com/office/drawing/2014/main" val="2559341854"/>
                        </a:ext>
                      </a:extLst>
                    </a:gridCol>
                    <a:gridCol w="2594215">
                      <a:extLst>
                        <a:ext uri="{9D8B030D-6E8A-4147-A177-3AD203B41FA5}">
                          <a16:colId xmlns:a16="http://schemas.microsoft.com/office/drawing/2014/main" val="669813125"/>
                        </a:ext>
                      </a:extLst>
                    </a:gridCol>
                    <a:gridCol w="3942461">
                      <a:extLst>
                        <a:ext uri="{9D8B030D-6E8A-4147-A177-3AD203B41FA5}">
                          <a16:colId xmlns:a16="http://schemas.microsoft.com/office/drawing/2014/main" val="4279319263"/>
                        </a:ext>
                      </a:extLst>
                    </a:gridCol>
                    <a:gridCol w="2300856">
                      <a:extLst>
                        <a:ext uri="{9D8B030D-6E8A-4147-A177-3AD203B41FA5}">
                          <a16:colId xmlns:a16="http://schemas.microsoft.com/office/drawing/2014/main" val="3242939756"/>
                        </a:ext>
                      </a:extLst>
                    </a:gridCol>
                  </a:tblGrid>
                  <a:tr h="1097280">
                    <a:tc>
                      <a:txBody>
                        <a:bodyPr/>
                        <a:lstStyle/>
                        <a:p>
                          <a:pPr algn="ctr"/>
                          <a:r>
                            <a:rPr lang="de-DE" sz="1500" dirty="0">
                              <a:effectLst/>
                              <a:latin typeface="Calibri" panose="020F0502020204030204" pitchFamily="34" charset="0"/>
                              <a:ea typeface="Calibri" panose="020F0502020204030204" pitchFamily="34" charset="0"/>
                            </a:rPr>
                            <a:t>Modules</a:t>
                          </a:r>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sz="1500">
                              <a:effectLst/>
                              <a:latin typeface="Calibri"/>
                              <a:ea typeface="Calibri"/>
                            </a:rPr>
                            <a:t>Index </a:t>
                          </a:r>
                          <a:r>
                            <a:rPr lang="de-DE" sz="1500" err="1">
                              <a:effectLst/>
                              <a:latin typeface="Calibri"/>
                              <a:ea typeface="Calibri"/>
                            </a:rPr>
                            <a:t>of</a:t>
                          </a:r>
                          <a:r>
                            <a:rPr lang="de-DE" sz="1500">
                              <a:effectLst/>
                              <a:latin typeface="Calibri"/>
                              <a:ea typeface="Calibri"/>
                            </a:rPr>
                            <a:t> </a:t>
                          </a:r>
                          <a:r>
                            <a:rPr lang="en-US" sz="1500" noProof="0">
                              <a:effectLst/>
                              <a:latin typeface="Calibri"/>
                              <a:ea typeface="Calibri"/>
                            </a:rPr>
                            <a:t>Difficulty</a:t>
                          </a:r>
                          <a:endParaRPr lang="de-DE" sz="1500" noProof="0">
                            <a:effectLst/>
                            <a:latin typeface="Calibri" panose="020F0502020204030204" pitchFamily="34" charset="0"/>
                            <a:ea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de-DE" sz="1200" b="1" kern="1200" noProof="0">
                              <a:solidFill>
                                <a:schemeClr val="lt1"/>
                              </a:solidFill>
                              <a:effectLst/>
                              <a:latin typeface="Calibri"/>
                              <a:ea typeface="Calibri"/>
                              <a:cs typeface="+mn-cs"/>
                            </a:rPr>
                            <a:t>Easy</a:t>
                          </a:r>
                        </a:p>
                        <a:p>
                          <a:pPr marL="0" marR="0" lvl="0" indent="0" algn="l" defTabSz="685800" rtl="0" eaLnBrk="1" fontAlgn="auto" latinLnBrk="0" hangingPunct="1">
                            <a:lnSpc>
                              <a:spcPct val="100000"/>
                            </a:lnSpc>
                            <a:spcBef>
                              <a:spcPts val="0"/>
                            </a:spcBef>
                            <a:spcAft>
                              <a:spcPts val="0"/>
                            </a:spcAft>
                            <a:buClrTx/>
                            <a:buSzTx/>
                            <a:buFontTx/>
                            <a:buNone/>
                            <a:tabLst/>
                            <a:defRPr/>
                          </a:pPr>
                          <a:r>
                            <a:rPr lang="de-DE" sz="1200">
                              <a:effectLst/>
                              <a:latin typeface="Calibri"/>
                              <a:ea typeface="Calibri"/>
                            </a:rPr>
                            <a:t>Medium</a:t>
                          </a:r>
                        </a:p>
                        <a:p>
                          <a:pPr marL="0" marR="0" lvl="0" indent="0" algn="l" defTabSz="685800" rtl="0" eaLnBrk="1" fontAlgn="auto" latinLnBrk="0" hangingPunct="1">
                            <a:lnSpc>
                              <a:spcPct val="100000"/>
                            </a:lnSpc>
                            <a:spcBef>
                              <a:spcPts val="0"/>
                            </a:spcBef>
                            <a:spcAft>
                              <a:spcPts val="0"/>
                            </a:spcAft>
                            <a:buClrTx/>
                            <a:buSzTx/>
                            <a:buFontTx/>
                            <a:buNone/>
                            <a:tabLst/>
                            <a:defRPr/>
                          </a:pPr>
                          <a:r>
                            <a:rPr lang="de-DE" sz="1200" err="1">
                              <a:effectLst/>
                              <a:latin typeface="Calibri"/>
                              <a:ea typeface="Calibri"/>
                            </a:rPr>
                            <a:t>Difficult</a:t>
                          </a:r>
                          <a:endParaRPr lang="de-DE" sz="1200">
                            <a:effectLst/>
                            <a:latin typeface="Calibri"/>
                            <a:ea typeface="Calibri"/>
                          </a:endParaRPr>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sz="1300" noProof="0">
                              <a:solidFill>
                                <a:schemeClr val="bg1"/>
                              </a:solidFill>
                              <a:effectLst/>
                            </a:rPr>
                            <a:t>Accuracy </a:t>
                          </a:r>
                        </a:p>
                        <a:p>
                          <a:pPr marL="0" marR="0" lvl="0" indent="0" algn="ctr" defTabSz="685800" rtl="0" eaLnBrk="1" fontAlgn="auto" latinLnBrk="0" hangingPunct="1">
                            <a:lnSpc>
                              <a:spcPct val="100000"/>
                            </a:lnSpc>
                            <a:spcBef>
                              <a:spcPts val="0"/>
                            </a:spcBef>
                            <a:spcAft>
                              <a:spcPts val="0"/>
                            </a:spcAft>
                            <a:buClrTx/>
                            <a:buSzTx/>
                            <a:buFontTx/>
                            <a:buNone/>
                            <a:tabLst/>
                            <a:defRPr/>
                          </a:pPr>
                          <a:r>
                            <a:rPr lang="de-DE" sz="900" b="0"/>
                            <a:t>= </a:t>
                          </a:r>
                          <a14:m>
                            <m:oMath xmlns:m="http://schemas.openxmlformats.org/officeDocument/2006/math">
                              <m:r>
                                <a:rPr lang="de-DE" sz="900" b="0" i="1" smtClean="0">
                                  <a:latin typeface="Cambria Math" panose="02040503050406030204" pitchFamily="18" charset="0"/>
                                </a:rPr>
                                <m:t>(</m:t>
                              </m:r>
                              <m:r>
                                <a:rPr lang="de-DE" sz="900" b="0" i="1">
                                  <a:latin typeface="Cambria Math" panose="02040503050406030204" pitchFamily="18" charset="0"/>
                                </a:rPr>
                                <m:t>𝑡𝑜𝑡𝑎𝑙</m:t>
                              </m:r>
                              <m:r>
                                <a:rPr lang="de-DE" sz="900" b="0" i="1">
                                  <a:latin typeface="Cambria Math" panose="02040503050406030204" pitchFamily="18" charset="0"/>
                                </a:rPr>
                                <m:t> </m:t>
                              </m:r>
                              <m:r>
                                <a:rPr lang="de-DE" sz="900" b="0" i="1">
                                  <a:latin typeface="Cambria Math" panose="02040503050406030204" pitchFamily="18" charset="0"/>
                                </a:rPr>
                                <m:t>𝑟𝑖𝑔h𝑡</m:t>
                              </m:r>
                            </m:oMath>
                          </a14:m>
                          <a:r>
                            <a:rPr lang="de-DE" sz="900" b="0" i="1">
                              <a:latin typeface="Cambria Math" panose="02040503050406030204" pitchFamily="18" charset="0"/>
                            </a:rPr>
                            <a:t> / (</a:t>
                          </a:r>
                          <a14:m>
                            <m:oMath xmlns:m="http://schemas.openxmlformats.org/officeDocument/2006/math">
                              <m:r>
                                <a:rPr lang="de-DE" sz="900" b="0" i="1">
                                  <a:latin typeface="Cambria Math" panose="02040503050406030204" pitchFamily="18" charset="0"/>
                                </a:rPr>
                                <m:t>𝑡𝑜𝑡𝑎𝑙</m:t>
                              </m:r>
                              <m:r>
                                <a:rPr lang="de-DE" sz="900" b="0" i="1">
                                  <a:latin typeface="Cambria Math" panose="02040503050406030204" pitchFamily="18" charset="0"/>
                                </a:rPr>
                                <m:t> </m:t>
                              </m:r>
                              <m:r>
                                <a:rPr lang="de-DE" sz="900" b="0" i="1">
                                  <a:latin typeface="Cambria Math" panose="02040503050406030204" pitchFamily="18" charset="0"/>
                                </a:rPr>
                                <m:t>𝑟𝑖𝑔h𝑡</m:t>
                              </m:r>
                            </m:oMath>
                          </a14:m>
                          <a:r>
                            <a:rPr lang="de-DE" sz="900" b="0" i="1">
                              <a:latin typeface="Cambria Math" panose="02040503050406030204" pitchFamily="18" charset="0"/>
                            </a:rPr>
                            <a:t> + total </a:t>
                          </a:r>
                          <a14:m>
                            <m:oMath xmlns:m="http://schemas.openxmlformats.org/officeDocument/2006/math">
                              <m:r>
                                <a:rPr lang="de-DE" sz="900" b="0" i="1">
                                  <a:latin typeface="Cambria Math" panose="02040503050406030204" pitchFamily="18" charset="0"/>
                                </a:rPr>
                                <m:t>𝑤𝑟𝑜𝑛𝑔</m:t>
                              </m:r>
                              <m:r>
                                <a:rPr lang="de-DE" sz="900" b="0" i="1">
                                  <a:latin typeface="Cambria Math" panose="02040503050406030204" pitchFamily="18" charset="0"/>
                                </a:rPr>
                                <m:t> </m:t>
                              </m:r>
                              <m:r>
                                <a:rPr lang="de-DE" sz="900" b="0" i="1">
                                  <a:latin typeface="Cambria Math" panose="02040503050406030204" pitchFamily="18" charset="0"/>
                                </a:rPr>
                                <m:t>𝑎𝑛𝑠𝑤𝑒𝑟𝑠</m:t>
                              </m:r>
                              <m:r>
                                <a:rPr lang="de-DE" sz="900" b="0" i="1">
                                  <a:latin typeface="Cambria Math" panose="02040503050406030204" pitchFamily="18" charset="0"/>
                                </a:rPr>
                                <m:t>))</m:t>
                              </m:r>
                            </m:oMath>
                          </a14:m>
                          <a:r>
                            <a:rPr lang="en-US" sz="900" b="0"/>
                            <a:t>:</a:t>
                          </a:r>
                        </a:p>
                        <a:p>
                          <a:pPr algn="ctr"/>
                          <a:endParaRPr lang="en-US" sz="1300" noProof="0">
                            <a:solidFill>
                              <a:schemeClr val="bg1"/>
                            </a:solidFill>
                            <a:effectLst/>
                          </a:endParaRPr>
                        </a:p>
                        <a:p>
                          <a:pPr marL="0" lvl="0" indent="0" algn="ctr">
                            <a:buFont typeface="Wingdings" panose="05000000000000000000" pitchFamily="2" charset="2"/>
                            <a:buNone/>
                          </a:pPr>
                          <a:r>
                            <a:rPr lang="en-US" sz="1300" noProof="0">
                              <a:solidFill>
                                <a:schemeClr val="bg1"/>
                              </a:solidFill>
                              <a:effectLst/>
                              <a:highlight>
                                <a:srgbClr val="77B342"/>
                              </a:highlight>
                            </a:rPr>
                            <a:t>&gt;69%</a:t>
                          </a:r>
                          <a:r>
                            <a:rPr lang="en-US" sz="1300" noProof="0">
                              <a:solidFill>
                                <a:schemeClr val="bg1"/>
                              </a:solidFill>
                              <a:effectLst/>
                            </a:rPr>
                            <a:t> I  </a:t>
                          </a:r>
                          <a:r>
                            <a:rPr lang="en-US" sz="1300" b="1" kern="1200" noProof="0">
                              <a:solidFill>
                                <a:schemeClr val="bg1"/>
                              </a:solidFill>
                              <a:effectLst/>
                              <a:highlight>
                                <a:srgbClr val="FFC72C"/>
                              </a:highlight>
                              <a:latin typeface="+mn-lt"/>
                              <a:ea typeface="+mn-ea"/>
                              <a:cs typeface="+mn-cs"/>
                            </a:rPr>
                            <a:t>≤69</a:t>
                          </a:r>
                          <a:r>
                            <a:rPr lang="en-US" sz="1300" noProof="0">
                              <a:solidFill>
                                <a:schemeClr val="bg1"/>
                              </a:solidFill>
                              <a:effectLst/>
                              <a:highlight>
                                <a:srgbClr val="FFC72C"/>
                              </a:highlight>
                            </a:rPr>
                            <a:t>% - &gt;50%</a:t>
                          </a:r>
                          <a:r>
                            <a:rPr lang="en-US" sz="1300" noProof="0">
                              <a:solidFill>
                                <a:schemeClr val="bg1"/>
                              </a:solidFill>
                              <a:effectLst/>
                            </a:rPr>
                            <a:t> I </a:t>
                          </a:r>
                          <a:r>
                            <a:rPr lang="en-US" sz="1300" b="1" kern="1200" noProof="0">
                              <a:solidFill>
                                <a:schemeClr val="bg1"/>
                              </a:solidFill>
                              <a:effectLst/>
                              <a:highlight>
                                <a:srgbClr val="A00020"/>
                              </a:highlight>
                              <a:latin typeface="+mn-lt"/>
                              <a:ea typeface="+mn-ea"/>
                              <a:cs typeface="+mn-cs"/>
                            </a:rPr>
                            <a:t>≤</a:t>
                          </a:r>
                          <a:r>
                            <a:rPr lang="en-US" sz="1300" noProof="0">
                              <a:solidFill>
                                <a:schemeClr val="bg1"/>
                              </a:solidFill>
                              <a:effectLst/>
                              <a:highlight>
                                <a:srgbClr val="A00020"/>
                              </a:highlight>
                            </a:rPr>
                            <a:t>50%</a:t>
                          </a:r>
                          <a:endParaRPr lang="en-US" sz="1500" noProof="0">
                            <a:effectLst/>
                          </a:endParaRPr>
                        </a:p>
                        <a:p>
                          <a:r>
                            <a:rPr lang="en-US" sz="1300" noProof="0">
                              <a:effectLst/>
                            </a:rPr>
                            <a:t> </a:t>
                          </a:r>
                          <a:endParaRPr lang="en-US" sz="1500" noProof="0">
                            <a:effectLst/>
                          </a:endParaRPr>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sz="1300" u="none">
                              <a:effectLst/>
                            </a:rPr>
                            <a:t>Self-evaluation (before start of the module):</a:t>
                          </a:r>
                        </a:p>
                        <a:p>
                          <a:pPr algn="ctr"/>
                          <a:endParaRPr lang="en-US" sz="1300" u="none">
                            <a:effectLst/>
                          </a:endParaRPr>
                        </a:p>
                        <a:p>
                          <a:pPr algn="ctr"/>
                          <a:r>
                            <a:rPr lang="en-US" sz="1300" u="none">
                              <a:effectLst/>
                            </a:rPr>
                            <a:t>Professional I Competent I Beginner</a:t>
                          </a:r>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sz="1300" noProof="0">
                              <a:effectLst/>
                            </a:rPr>
                            <a:t>Competence level:</a:t>
                          </a:r>
                        </a:p>
                        <a:p>
                          <a:pPr algn="ctr"/>
                          <a:r>
                            <a:rPr lang="en-US" sz="1500" b="0" noProof="0">
                              <a:effectLst/>
                              <a:latin typeface="Calibri" panose="020F0502020204030204" pitchFamily="34" charset="0"/>
                              <a:ea typeface="Calibri" panose="020F0502020204030204" pitchFamily="34" charset="0"/>
                            </a:rPr>
                            <a:t>Unconscious Incompetent I</a:t>
                          </a:r>
                        </a:p>
                        <a:p>
                          <a:pPr algn="ctr"/>
                          <a:r>
                            <a:rPr lang="en-US" sz="1500" b="0" noProof="0">
                              <a:effectLst/>
                              <a:latin typeface="Calibri" panose="020F0502020204030204" pitchFamily="34" charset="0"/>
                              <a:ea typeface="Calibri" panose="020F0502020204030204" pitchFamily="34" charset="0"/>
                            </a:rPr>
                            <a:t>Conscious Incompetent I</a:t>
                          </a:r>
                          <a:br>
                            <a:rPr lang="en-US" sz="1500" b="0" noProof="0">
                              <a:effectLst/>
                              <a:latin typeface="Calibri" panose="020F0502020204030204" pitchFamily="34" charset="0"/>
                              <a:ea typeface="Calibri" panose="020F0502020204030204" pitchFamily="34" charset="0"/>
                            </a:rPr>
                          </a:br>
                          <a:r>
                            <a:rPr lang="en-US" sz="1500" b="0" noProof="0">
                              <a:effectLst/>
                              <a:latin typeface="Calibri" panose="020F0502020204030204" pitchFamily="34" charset="0"/>
                              <a:ea typeface="Calibri" panose="020F0502020204030204" pitchFamily="34" charset="0"/>
                            </a:rPr>
                            <a:t>Unconscious Competent I</a:t>
                          </a:r>
                          <a:br>
                            <a:rPr lang="en-US" sz="1500" b="0" noProof="0">
                              <a:effectLst/>
                              <a:latin typeface="Calibri" panose="020F0502020204030204" pitchFamily="34" charset="0"/>
                              <a:ea typeface="Calibri" panose="020F0502020204030204" pitchFamily="34" charset="0"/>
                            </a:rPr>
                          </a:br>
                          <a:r>
                            <a:rPr lang="en-US" sz="1500" b="0" noProof="0">
                              <a:effectLst/>
                              <a:latin typeface="Calibri" panose="020F0502020204030204" pitchFamily="34" charset="0"/>
                              <a:ea typeface="Calibri" panose="020F0502020204030204" pitchFamily="34" charset="0"/>
                            </a:rPr>
                            <a:t>Conscious Competent</a:t>
                          </a:r>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097218156"/>
                      </a:ext>
                    </a:extLst>
                  </a:tr>
                  <a:tr h="372221">
                    <a:tc>
                      <a:txBody>
                        <a:bodyPr/>
                        <a:lstStyle/>
                        <a:p>
                          <a:r>
                            <a:rPr lang="de-DE" sz="1300" b="0" dirty="0">
                              <a:solidFill>
                                <a:schemeClr val="tx2"/>
                              </a:solidFill>
                              <a:effectLst/>
                            </a:rPr>
                            <a:t>2025: </a:t>
                          </a:r>
                          <a:r>
                            <a:rPr lang="de-DE" sz="1300" b="0" dirty="0">
                              <a:solidFill>
                                <a:schemeClr val="tx2"/>
                              </a:solidFill>
                              <a:effectLst/>
                              <a:highlight>
                                <a:srgbClr val="FFFF00"/>
                              </a:highlight>
                            </a:rPr>
                            <a:t>EMEA</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sz="1300" b="1" kern="1200">
                            <a:solidFill>
                              <a:schemeClr val="dk1"/>
                            </a:solidFill>
                            <a:effectLst/>
                            <a:latin typeface="+mj-lt"/>
                            <a:ea typeface="+mn-ea"/>
                            <a:cs typeface="+mn-cs"/>
                          </a:endParaRP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noProof="0" dirty="0">
                              <a:ln>
                                <a:noFill/>
                              </a:ln>
                              <a:solidFill>
                                <a:schemeClr val="tx2"/>
                              </a:solidFill>
                              <a:effectLst/>
                              <a:uLnTx/>
                              <a:uFillTx/>
                              <a:latin typeface="Arial"/>
                              <a:ea typeface="+mn-ea"/>
                              <a:cs typeface="+mn-cs"/>
                            </a:rPr>
                            <a:t>x% I x% I x%</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noProof="0" dirty="0">
                              <a:ln>
                                <a:noFill/>
                              </a:ln>
                              <a:solidFill>
                                <a:schemeClr val="tx2"/>
                              </a:solidFill>
                              <a:effectLst/>
                              <a:uLnTx/>
                              <a:uFillTx/>
                              <a:latin typeface="+mn-lt"/>
                              <a:ea typeface="+mn-ea"/>
                              <a:cs typeface="+mn-cs"/>
                            </a:rPr>
                            <a:t>x % I x% I x%</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dirty="0">
                              <a:ln>
                                <a:noFill/>
                              </a:ln>
                              <a:solidFill>
                                <a:schemeClr val="tx2"/>
                              </a:solidFill>
                              <a:effectLst/>
                              <a:uLnTx/>
                              <a:uFillTx/>
                              <a:latin typeface="Arial"/>
                              <a:ea typeface="+mn-ea"/>
                              <a:cs typeface="+mn-cs"/>
                            </a:rPr>
                            <a:t>x% I x% I x% I x% </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807816"/>
                      </a:ext>
                    </a:extLst>
                  </a:tr>
                  <a:tr h="36821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sz="1300" b="1" kern="1200" dirty="0">
                              <a:solidFill>
                                <a:schemeClr val="tx1"/>
                              </a:solidFill>
                              <a:effectLst/>
                              <a:latin typeface="+mn-lt"/>
                              <a:ea typeface="Calibri"/>
                              <a:cs typeface="+mn-cs"/>
                            </a:rPr>
                            <a:t>2026: </a:t>
                          </a:r>
                          <a:r>
                            <a:rPr lang="de-DE" sz="1300" b="1" kern="1200" dirty="0">
                              <a:solidFill>
                                <a:schemeClr val="tx1"/>
                              </a:solidFill>
                              <a:effectLst/>
                              <a:highlight>
                                <a:srgbClr val="FFFF00"/>
                              </a:highlight>
                              <a:latin typeface="+mn-lt"/>
                              <a:ea typeface="Calibri"/>
                              <a:cs typeface="+mn-cs"/>
                            </a:rPr>
                            <a:t>Module</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sz="1300" b="1" kern="1200">
                            <a:solidFill>
                              <a:schemeClr val="dk1"/>
                            </a:solidFill>
                            <a:effectLst/>
                            <a:latin typeface="+mj-lt"/>
                            <a:ea typeface="+mn-ea"/>
                            <a:cs typeface="+mn-cs"/>
                          </a:endParaRP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nn-NO" sz="1300" b="1" i="0" kern="1200" dirty="0">
                            <a:solidFill>
                              <a:schemeClr val="dk1"/>
                            </a:solidFill>
                            <a:effectLst/>
                            <a:highlight>
                              <a:srgbClr val="FF0000"/>
                            </a:highlight>
                            <a:latin typeface="+mn-lt"/>
                            <a:ea typeface="+mn-ea"/>
                            <a:cs typeface="+mn-cs"/>
                          </a:endParaRP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nn-NO" sz="1300" b="1" i="0" kern="1200" dirty="0">
                            <a:solidFill>
                              <a:schemeClr val="dk1"/>
                            </a:solidFill>
                            <a:effectLst/>
                            <a:latin typeface="+mn-lt"/>
                            <a:ea typeface="+mn-ea"/>
                            <a:cs typeface="+mn-cs"/>
                          </a:endParaRP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685800" rtl="0" eaLnBrk="1" latinLnBrk="0" hangingPunct="1"/>
                          <a:r>
                            <a:rPr lang="nn-NO" sz="1300" b="1" i="0" kern="1200" dirty="0">
                              <a:solidFill>
                                <a:schemeClr val="dk1"/>
                              </a:solidFill>
                              <a:effectLst/>
                              <a:latin typeface="+mn-lt"/>
                              <a:ea typeface="+mn-ea"/>
                              <a:cs typeface="+mn-cs"/>
                            </a:rPr>
                            <a:t>​</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782028"/>
                      </a:ext>
                    </a:extLst>
                  </a:tr>
                </a:tbl>
              </a:graphicData>
            </a:graphic>
          </p:graphicFrame>
        </mc:Choice>
        <mc:Fallback xmlns="">
          <p:graphicFrame>
            <p:nvGraphicFramePr>
              <p:cNvPr id="6" name="Inhaltsplatzhalter 5">
                <a:extLst>
                  <a:ext uri="{FF2B5EF4-FFF2-40B4-BE49-F238E27FC236}">
                    <a16:creationId xmlns:a16="http://schemas.microsoft.com/office/drawing/2014/main" id="{1BB55E88-7ACF-4A7D-8333-6C71E5FA80F7}"/>
                  </a:ext>
                </a:extLst>
              </p:cNvPr>
              <p:cNvGraphicFramePr>
                <a:graphicFrameLocks noGrp="1"/>
              </p:cNvGraphicFramePr>
              <p:nvPr>
                <p:ph sz="quarter" idx="13"/>
                <p:extLst>
                  <p:ext uri="{D42A27DB-BD31-4B8C-83A1-F6EECF244321}">
                    <p14:modId xmlns:p14="http://schemas.microsoft.com/office/powerpoint/2010/main" val="3107540017"/>
                  </p:ext>
                </p:extLst>
              </p:nvPr>
            </p:nvGraphicFramePr>
            <p:xfrm>
              <a:off x="446020" y="1350766"/>
              <a:ext cx="11316806" cy="1852953"/>
            </p:xfrm>
            <a:graphic>
              <a:graphicData uri="http://schemas.openxmlformats.org/drawingml/2006/table">
                <a:tbl>
                  <a:tblPr firstRow="1" firstCol="1" bandRow="1">
                    <a:tableStyleId>{91EBBBCC-DAD2-459C-BE2E-F6DE35CF9A28}</a:tableStyleId>
                  </a:tblPr>
                  <a:tblGrid>
                    <a:gridCol w="1567535">
                      <a:extLst>
                        <a:ext uri="{9D8B030D-6E8A-4147-A177-3AD203B41FA5}">
                          <a16:colId xmlns:a16="http://schemas.microsoft.com/office/drawing/2014/main" val="3776385459"/>
                        </a:ext>
                      </a:extLst>
                    </a:gridCol>
                    <a:gridCol w="911739">
                      <a:extLst>
                        <a:ext uri="{9D8B030D-6E8A-4147-A177-3AD203B41FA5}">
                          <a16:colId xmlns:a16="http://schemas.microsoft.com/office/drawing/2014/main" val="2559341854"/>
                        </a:ext>
                      </a:extLst>
                    </a:gridCol>
                    <a:gridCol w="2594215">
                      <a:extLst>
                        <a:ext uri="{9D8B030D-6E8A-4147-A177-3AD203B41FA5}">
                          <a16:colId xmlns:a16="http://schemas.microsoft.com/office/drawing/2014/main" val="669813125"/>
                        </a:ext>
                      </a:extLst>
                    </a:gridCol>
                    <a:gridCol w="3942461">
                      <a:extLst>
                        <a:ext uri="{9D8B030D-6E8A-4147-A177-3AD203B41FA5}">
                          <a16:colId xmlns:a16="http://schemas.microsoft.com/office/drawing/2014/main" val="4279319263"/>
                        </a:ext>
                      </a:extLst>
                    </a:gridCol>
                    <a:gridCol w="2300856">
                      <a:extLst>
                        <a:ext uri="{9D8B030D-6E8A-4147-A177-3AD203B41FA5}">
                          <a16:colId xmlns:a16="http://schemas.microsoft.com/office/drawing/2014/main" val="3242939756"/>
                        </a:ext>
                      </a:extLst>
                    </a:gridCol>
                  </a:tblGrid>
                  <a:tr h="1112520">
                    <a:tc>
                      <a:txBody>
                        <a:bodyPr/>
                        <a:lstStyle/>
                        <a:p>
                          <a:pPr algn="ctr"/>
                          <a:r>
                            <a:rPr lang="de-DE" sz="1500" dirty="0">
                              <a:effectLst/>
                              <a:latin typeface="Calibri" panose="020F0502020204030204" pitchFamily="34" charset="0"/>
                              <a:ea typeface="Calibri" panose="020F0502020204030204" pitchFamily="34" charset="0"/>
                            </a:rPr>
                            <a:t>Modules</a:t>
                          </a:r>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sz="1500">
                              <a:effectLst/>
                              <a:latin typeface="Calibri"/>
                              <a:ea typeface="Calibri"/>
                            </a:rPr>
                            <a:t>Index </a:t>
                          </a:r>
                          <a:r>
                            <a:rPr lang="de-DE" sz="1500" err="1">
                              <a:effectLst/>
                              <a:latin typeface="Calibri"/>
                              <a:ea typeface="Calibri"/>
                            </a:rPr>
                            <a:t>of</a:t>
                          </a:r>
                          <a:r>
                            <a:rPr lang="de-DE" sz="1500">
                              <a:effectLst/>
                              <a:latin typeface="Calibri"/>
                              <a:ea typeface="Calibri"/>
                            </a:rPr>
                            <a:t> </a:t>
                          </a:r>
                          <a:r>
                            <a:rPr lang="en-US" sz="1500" noProof="0">
                              <a:effectLst/>
                              <a:latin typeface="Calibri"/>
                              <a:ea typeface="Calibri"/>
                            </a:rPr>
                            <a:t>Difficulty</a:t>
                          </a:r>
                          <a:endParaRPr lang="de-DE" sz="1500" noProof="0">
                            <a:effectLst/>
                            <a:latin typeface="Calibri" panose="020F0502020204030204" pitchFamily="34" charset="0"/>
                            <a:ea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de-DE" sz="1200" b="1" kern="1200" noProof="0">
                              <a:solidFill>
                                <a:schemeClr val="lt1"/>
                              </a:solidFill>
                              <a:effectLst/>
                              <a:latin typeface="Calibri"/>
                              <a:ea typeface="Calibri"/>
                              <a:cs typeface="+mn-cs"/>
                            </a:rPr>
                            <a:t>Easy</a:t>
                          </a:r>
                        </a:p>
                        <a:p>
                          <a:pPr marL="0" marR="0" lvl="0" indent="0" algn="l" defTabSz="685800" rtl="0" eaLnBrk="1" fontAlgn="auto" latinLnBrk="0" hangingPunct="1">
                            <a:lnSpc>
                              <a:spcPct val="100000"/>
                            </a:lnSpc>
                            <a:spcBef>
                              <a:spcPts val="0"/>
                            </a:spcBef>
                            <a:spcAft>
                              <a:spcPts val="0"/>
                            </a:spcAft>
                            <a:buClrTx/>
                            <a:buSzTx/>
                            <a:buFontTx/>
                            <a:buNone/>
                            <a:tabLst/>
                            <a:defRPr/>
                          </a:pPr>
                          <a:r>
                            <a:rPr lang="de-DE" sz="1200">
                              <a:effectLst/>
                              <a:latin typeface="Calibri"/>
                              <a:ea typeface="Calibri"/>
                            </a:rPr>
                            <a:t>Medium</a:t>
                          </a:r>
                        </a:p>
                        <a:p>
                          <a:pPr marL="0" marR="0" lvl="0" indent="0" algn="l" defTabSz="685800" rtl="0" eaLnBrk="1" fontAlgn="auto" latinLnBrk="0" hangingPunct="1">
                            <a:lnSpc>
                              <a:spcPct val="100000"/>
                            </a:lnSpc>
                            <a:spcBef>
                              <a:spcPts val="0"/>
                            </a:spcBef>
                            <a:spcAft>
                              <a:spcPts val="0"/>
                            </a:spcAft>
                            <a:buClrTx/>
                            <a:buSzTx/>
                            <a:buFontTx/>
                            <a:buNone/>
                            <a:tabLst/>
                            <a:defRPr/>
                          </a:pPr>
                          <a:r>
                            <a:rPr lang="de-DE" sz="1200" err="1">
                              <a:effectLst/>
                              <a:latin typeface="Calibri"/>
                              <a:ea typeface="Calibri"/>
                            </a:rPr>
                            <a:t>Difficult</a:t>
                          </a:r>
                          <a:endParaRPr lang="de-DE" sz="1200">
                            <a:effectLst/>
                            <a:latin typeface="Calibri"/>
                            <a:ea typeface="Calibri"/>
                          </a:endParaRPr>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de-DE"/>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775" t="-4918" r="-240845" b="-67760"/>
                          </a:stretch>
                        </a:blipFill>
                      </a:tcPr>
                    </a:tc>
                    <a:tc>
                      <a:txBody>
                        <a:bodyPr/>
                        <a:lstStyle/>
                        <a:p>
                          <a:pPr algn="ctr"/>
                          <a:r>
                            <a:rPr lang="en-US" sz="1300" u="none">
                              <a:effectLst/>
                            </a:rPr>
                            <a:t>Self-evaluation (before start of the module):</a:t>
                          </a:r>
                        </a:p>
                        <a:p>
                          <a:pPr algn="ctr"/>
                          <a:endParaRPr lang="en-US" sz="1300" u="none">
                            <a:effectLst/>
                          </a:endParaRPr>
                        </a:p>
                        <a:p>
                          <a:pPr algn="ctr"/>
                          <a:r>
                            <a:rPr lang="en-US" sz="1300" u="none">
                              <a:effectLst/>
                            </a:rPr>
                            <a:t>Professional I Competent I Beginner</a:t>
                          </a:r>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sz="1300" noProof="0">
                              <a:effectLst/>
                            </a:rPr>
                            <a:t>Competence level:</a:t>
                          </a:r>
                        </a:p>
                        <a:p>
                          <a:pPr algn="ctr"/>
                          <a:r>
                            <a:rPr lang="en-US" sz="1500" b="0" noProof="0">
                              <a:effectLst/>
                              <a:latin typeface="Calibri" panose="020F0502020204030204" pitchFamily="34" charset="0"/>
                              <a:ea typeface="Calibri" panose="020F0502020204030204" pitchFamily="34" charset="0"/>
                            </a:rPr>
                            <a:t>Unconscious Incompetent I</a:t>
                          </a:r>
                        </a:p>
                        <a:p>
                          <a:pPr algn="ctr"/>
                          <a:r>
                            <a:rPr lang="en-US" sz="1500" b="0" noProof="0">
                              <a:effectLst/>
                              <a:latin typeface="Calibri" panose="020F0502020204030204" pitchFamily="34" charset="0"/>
                              <a:ea typeface="Calibri" panose="020F0502020204030204" pitchFamily="34" charset="0"/>
                            </a:rPr>
                            <a:t>Conscious Incompetent I</a:t>
                          </a:r>
                          <a:br>
                            <a:rPr lang="en-US" sz="1500" b="0" noProof="0">
                              <a:effectLst/>
                              <a:latin typeface="Calibri" panose="020F0502020204030204" pitchFamily="34" charset="0"/>
                              <a:ea typeface="Calibri" panose="020F0502020204030204" pitchFamily="34" charset="0"/>
                            </a:rPr>
                          </a:br>
                          <a:r>
                            <a:rPr lang="en-US" sz="1500" b="0" noProof="0">
                              <a:effectLst/>
                              <a:latin typeface="Calibri" panose="020F0502020204030204" pitchFamily="34" charset="0"/>
                              <a:ea typeface="Calibri" panose="020F0502020204030204" pitchFamily="34" charset="0"/>
                            </a:rPr>
                            <a:t>Unconscious Competent I</a:t>
                          </a:r>
                          <a:br>
                            <a:rPr lang="en-US" sz="1500" b="0" noProof="0">
                              <a:effectLst/>
                              <a:latin typeface="Calibri" panose="020F0502020204030204" pitchFamily="34" charset="0"/>
                              <a:ea typeface="Calibri" panose="020F0502020204030204" pitchFamily="34" charset="0"/>
                            </a:rPr>
                          </a:br>
                          <a:r>
                            <a:rPr lang="en-US" sz="1500" b="0" noProof="0">
                              <a:effectLst/>
                              <a:latin typeface="Calibri" panose="020F0502020204030204" pitchFamily="34" charset="0"/>
                              <a:ea typeface="Calibri" panose="020F0502020204030204" pitchFamily="34" charset="0"/>
                            </a:rPr>
                            <a:t>Conscious Competent</a:t>
                          </a:r>
                        </a:p>
                      </a:txBody>
                      <a:tcPr marL="91356" marR="913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097218156"/>
                      </a:ext>
                    </a:extLst>
                  </a:tr>
                  <a:tr h="372221">
                    <a:tc>
                      <a:txBody>
                        <a:bodyPr/>
                        <a:lstStyle/>
                        <a:p>
                          <a:r>
                            <a:rPr lang="de-DE" sz="1300" b="0" dirty="0">
                              <a:solidFill>
                                <a:schemeClr val="tx2"/>
                              </a:solidFill>
                              <a:effectLst/>
                            </a:rPr>
                            <a:t>2025: </a:t>
                          </a:r>
                          <a:r>
                            <a:rPr lang="de-DE" sz="1300" b="0" dirty="0">
                              <a:solidFill>
                                <a:schemeClr val="tx2"/>
                              </a:solidFill>
                              <a:effectLst/>
                              <a:highlight>
                                <a:srgbClr val="FFFF00"/>
                              </a:highlight>
                            </a:rPr>
                            <a:t>EMEA</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sz="1300" b="1" kern="1200">
                            <a:solidFill>
                              <a:schemeClr val="dk1"/>
                            </a:solidFill>
                            <a:effectLst/>
                            <a:latin typeface="+mj-lt"/>
                            <a:ea typeface="+mn-ea"/>
                            <a:cs typeface="+mn-cs"/>
                          </a:endParaRP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noProof="0" dirty="0">
                              <a:ln>
                                <a:noFill/>
                              </a:ln>
                              <a:solidFill>
                                <a:schemeClr val="tx2"/>
                              </a:solidFill>
                              <a:effectLst/>
                              <a:uLnTx/>
                              <a:uFillTx/>
                              <a:latin typeface="Arial"/>
                              <a:ea typeface="+mn-ea"/>
                              <a:cs typeface="+mn-cs"/>
                            </a:rPr>
                            <a:t>x% I x% I x%</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noProof="0" dirty="0">
                              <a:ln>
                                <a:noFill/>
                              </a:ln>
                              <a:solidFill>
                                <a:schemeClr val="tx2"/>
                              </a:solidFill>
                              <a:effectLst/>
                              <a:uLnTx/>
                              <a:uFillTx/>
                              <a:latin typeface="+mn-lt"/>
                              <a:ea typeface="+mn-ea"/>
                              <a:cs typeface="+mn-cs"/>
                            </a:rPr>
                            <a:t>x % I x% I x%</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dirty="0">
                              <a:ln>
                                <a:noFill/>
                              </a:ln>
                              <a:solidFill>
                                <a:schemeClr val="tx2"/>
                              </a:solidFill>
                              <a:effectLst/>
                              <a:uLnTx/>
                              <a:uFillTx/>
                              <a:latin typeface="Arial"/>
                              <a:ea typeface="+mn-ea"/>
                              <a:cs typeface="+mn-cs"/>
                            </a:rPr>
                            <a:t>x% I x% I x% I x% </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807816"/>
                      </a:ext>
                    </a:extLst>
                  </a:tr>
                  <a:tr h="36821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sz="1300" b="1" kern="1200" dirty="0">
                              <a:solidFill>
                                <a:schemeClr val="tx1"/>
                              </a:solidFill>
                              <a:effectLst/>
                              <a:latin typeface="+mn-lt"/>
                              <a:ea typeface="Calibri"/>
                              <a:cs typeface="+mn-cs"/>
                            </a:rPr>
                            <a:t>2026: </a:t>
                          </a:r>
                          <a:r>
                            <a:rPr lang="de-DE" sz="1300" b="1" kern="1200" dirty="0">
                              <a:solidFill>
                                <a:schemeClr val="tx1"/>
                              </a:solidFill>
                              <a:effectLst/>
                              <a:highlight>
                                <a:srgbClr val="FFFF00"/>
                              </a:highlight>
                              <a:latin typeface="+mn-lt"/>
                              <a:ea typeface="Calibri"/>
                              <a:cs typeface="+mn-cs"/>
                            </a:rPr>
                            <a:t>Module</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de-DE" sz="1300" b="1" kern="1200">
                            <a:solidFill>
                              <a:schemeClr val="dk1"/>
                            </a:solidFill>
                            <a:effectLst/>
                            <a:latin typeface="+mj-lt"/>
                            <a:ea typeface="+mn-ea"/>
                            <a:cs typeface="+mn-cs"/>
                          </a:endParaRP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nn-NO" sz="1300" b="1" i="0" kern="1200" dirty="0">
                            <a:solidFill>
                              <a:schemeClr val="dk1"/>
                            </a:solidFill>
                            <a:effectLst/>
                            <a:highlight>
                              <a:srgbClr val="FF0000"/>
                            </a:highlight>
                            <a:latin typeface="+mn-lt"/>
                            <a:ea typeface="+mn-ea"/>
                            <a:cs typeface="+mn-cs"/>
                          </a:endParaRP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nn-NO" sz="1300" b="1" i="0" kern="1200" dirty="0">
                            <a:solidFill>
                              <a:schemeClr val="dk1"/>
                            </a:solidFill>
                            <a:effectLst/>
                            <a:latin typeface="+mn-lt"/>
                            <a:ea typeface="+mn-ea"/>
                            <a:cs typeface="+mn-cs"/>
                          </a:endParaRP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685800" rtl="0" eaLnBrk="1" latinLnBrk="0" hangingPunct="1"/>
                          <a:r>
                            <a:rPr lang="nn-NO" sz="1300" b="1" i="0" kern="1200" dirty="0">
                              <a:solidFill>
                                <a:schemeClr val="dk1"/>
                              </a:solidFill>
                              <a:effectLst/>
                              <a:latin typeface="+mn-lt"/>
                              <a:ea typeface="+mn-ea"/>
                              <a:cs typeface="+mn-cs"/>
                            </a:rPr>
                            <a:t>​</a:t>
                          </a:r>
                        </a:p>
                      </a:txBody>
                      <a:tcPr marL="91356" marR="913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782028"/>
                      </a:ext>
                    </a:extLst>
                  </a:tr>
                </a:tbl>
              </a:graphicData>
            </a:graphic>
          </p:graphicFrame>
        </mc:Fallback>
      </mc:AlternateContent>
      <p:sp>
        <p:nvSpPr>
          <p:cNvPr id="8" name="Ellipse 7">
            <a:extLst>
              <a:ext uri="{FF2B5EF4-FFF2-40B4-BE49-F238E27FC236}">
                <a16:creationId xmlns:a16="http://schemas.microsoft.com/office/drawing/2014/main" id="{E6D6E800-40B0-39A8-C6DB-35F3E4EDFE5F}"/>
              </a:ext>
            </a:extLst>
          </p:cNvPr>
          <p:cNvSpPr/>
          <p:nvPr/>
        </p:nvSpPr>
        <p:spPr>
          <a:xfrm>
            <a:off x="2365812" y="2586618"/>
            <a:ext cx="224609" cy="1918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1077" indent="-241077" defTabSz="609037">
              <a:buClr>
                <a:srgbClr val="A00020"/>
              </a:buClr>
              <a:buFont typeface="Arial" panose="020B0604020202020204" pitchFamily="34" charset="0"/>
              <a:buChar char="−"/>
            </a:pPr>
            <a:endParaRPr lang="de-DE" sz="2397" err="1">
              <a:solidFill>
                <a:srgbClr val="292929"/>
              </a:solidFill>
              <a:latin typeface="Arial"/>
            </a:endParaRPr>
          </a:p>
        </p:txBody>
      </p:sp>
      <p:sp>
        <p:nvSpPr>
          <p:cNvPr id="14" name="Ellipse 13">
            <a:extLst>
              <a:ext uri="{FF2B5EF4-FFF2-40B4-BE49-F238E27FC236}">
                <a16:creationId xmlns:a16="http://schemas.microsoft.com/office/drawing/2014/main" id="{1B980356-81EE-74E7-EC34-4FE2ED0BD6EF}"/>
              </a:ext>
            </a:extLst>
          </p:cNvPr>
          <p:cNvSpPr/>
          <p:nvPr/>
        </p:nvSpPr>
        <p:spPr>
          <a:xfrm>
            <a:off x="2662624" y="2042617"/>
            <a:ext cx="117657" cy="12022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1077" indent="-241077" defTabSz="609037">
              <a:buClr>
                <a:srgbClr val="A00020"/>
              </a:buClr>
              <a:buFont typeface="Arial" panose="020B0604020202020204" pitchFamily="34" charset="0"/>
              <a:buChar char="−"/>
            </a:pPr>
            <a:endParaRPr lang="de-DE" sz="2397" err="1">
              <a:solidFill>
                <a:srgbClr val="292929"/>
              </a:solidFill>
              <a:latin typeface="Arial"/>
            </a:endParaRPr>
          </a:p>
        </p:txBody>
      </p:sp>
      <p:sp>
        <p:nvSpPr>
          <p:cNvPr id="15" name="Ellipse 14">
            <a:extLst>
              <a:ext uri="{FF2B5EF4-FFF2-40B4-BE49-F238E27FC236}">
                <a16:creationId xmlns:a16="http://schemas.microsoft.com/office/drawing/2014/main" id="{781C7567-DC8D-4E07-82C5-8D3142BBB190}"/>
              </a:ext>
            </a:extLst>
          </p:cNvPr>
          <p:cNvSpPr/>
          <p:nvPr/>
        </p:nvSpPr>
        <p:spPr>
          <a:xfrm>
            <a:off x="2662624" y="1849060"/>
            <a:ext cx="117657" cy="12022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1077" indent="-241077" defTabSz="609037">
              <a:buClr>
                <a:srgbClr val="A00020"/>
              </a:buClr>
              <a:buFont typeface="Arial" panose="020B0604020202020204" pitchFamily="34" charset="0"/>
              <a:buChar char="−"/>
            </a:pPr>
            <a:endParaRPr lang="de-DE" sz="2397" err="1">
              <a:solidFill>
                <a:srgbClr val="292929"/>
              </a:solidFill>
              <a:latin typeface="Arial"/>
            </a:endParaRPr>
          </a:p>
        </p:txBody>
      </p:sp>
      <p:sp>
        <p:nvSpPr>
          <p:cNvPr id="16" name="Ellipse 15">
            <a:extLst>
              <a:ext uri="{FF2B5EF4-FFF2-40B4-BE49-F238E27FC236}">
                <a16:creationId xmlns:a16="http://schemas.microsoft.com/office/drawing/2014/main" id="{FFF7CCC8-4F18-9AE7-6B1A-F1E5314BFDD0}"/>
              </a:ext>
            </a:extLst>
          </p:cNvPr>
          <p:cNvSpPr/>
          <p:nvPr/>
        </p:nvSpPr>
        <p:spPr>
          <a:xfrm>
            <a:off x="2662622" y="2222368"/>
            <a:ext cx="117657" cy="12022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1077" indent="-241077" defTabSz="609037">
              <a:buClr>
                <a:srgbClr val="A00020"/>
              </a:buClr>
              <a:buFont typeface="Arial" panose="020B0604020202020204" pitchFamily="34" charset="0"/>
              <a:buChar char="−"/>
            </a:pPr>
            <a:endParaRPr lang="de-DE" sz="2397" err="1">
              <a:solidFill>
                <a:srgbClr val="292929"/>
              </a:solidFill>
              <a:latin typeface="Arial"/>
            </a:endParaRPr>
          </a:p>
        </p:txBody>
      </p:sp>
      <p:sp>
        <p:nvSpPr>
          <p:cNvPr id="7" name="Ellipse 6">
            <a:extLst>
              <a:ext uri="{FF2B5EF4-FFF2-40B4-BE49-F238E27FC236}">
                <a16:creationId xmlns:a16="http://schemas.microsoft.com/office/drawing/2014/main" id="{2B51A3C9-A43D-1F4C-44F4-CFF607868D29}"/>
              </a:ext>
            </a:extLst>
          </p:cNvPr>
          <p:cNvSpPr/>
          <p:nvPr/>
        </p:nvSpPr>
        <p:spPr>
          <a:xfrm>
            <a:off x="2365812" y="2899285"/>
            <a:ext cx="224609" cy="1918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1077" indent="-241077" defTabSz="609037">
              <a:buClr>
                <a:srgbClr val="A00020"/>
              </a:buClr>
              <a:buFont typeface="Arial" panose="020B0604020202020204" pitchFamily="34" charset="0"/>
              <a:buChar char="−"/>
            </a:pPr>
            <a:endParaRPr lang="de-DE" sz="2397" err="1">
              <a:solidFill>
                <a:srgbClr val="292929"/>
              </a:solidFill>
              <a:latin typeface="Arial"/>
            </a:endParaRPr>
          </a:p>
        </p:txBody>
      </p:sp>
      <p:sp>
        <p:nvSpPr>
          <p:cNvPr id="4" name="Textfeld 3">
            <a:extLst>
              <a:ext uri="{FF2B5EF4-FFF2-40B4-BE49-F238E27FC236}">
                <a16:creationId xmlns:a16="http://schemas.microsoft.com/office/drawing/2014/main" id="{785C8065-554C-43B5-90A2-52B2FAA5DF60}"/>
              </a:ext>
            </a:extLst>
          </p:cNvPr>
          <p:cNvSpPr txBox="1"/>
          <p:nvPr/>
        </p:nvSpPr>
        <p:spPr>
          <a:xfrm>
            <a:off x="3934414" y="2849002"/>
            <a:ext cx="575799" cy="292388"/>
          </a:xfrm>
          <a:prstGeom prst="rect">
            <a:avLst/>
          </a:prstGeom>
          <a:noFill/>
        </p:spPr>
        <p:txBody>
          <a:bodyPr wrap="none" rtlCol="0">
            <a:spAutoFit/>
          </a:bodyPr>
          <a:lstStyle/>
          <a:p>
            <a:pPr algn="l">
              <a:buClr>
                <a:schemeClr val="tx2"/>
              </a:buClr>
            </a:pPr>
            <a:r>
              <a:rPr lang="de-DE" sz="1300" b="1" dirty="0"/>
              <a:t>text1</a:t>
            </a:r>
          </a:p>
        </p:txBody>
      </p:sp>
      <p:sp>
        <p:nvSpPr>
          <p:cNvPr id="5" name="Textfeld 4">
            <a:extLst>
              <a:ext uri="{FF2B5EF4-FFF2-40B4-BE49-F238E27FC236}">
                <a16:creationId xmlns:a16="http://schemas.microsoft.com/office/drawing/2014/main" id="{FEA32A61-D4CA-7E77-0A47-1F14A9608126}"/>
              </a:ext>
            </a:extLst>
          </p:cNvPr>
          <p:cNvSpPr txBox="1"/>
          <p:nvPr/>
        </p:nvSpPr>
        <p:spPr>
          <a:xfrm>
            <a:off x="7177486" y="2849002"/>
            <a:ext cx="575799" cy="292388"/>
          </a:xfrm>
          <a:prstGeom prst="rect">
            <a:avLst/>
          </a:prstGeom>
          <a:noFill/>
        </p:spPr>
        <p:txBody>
          <a:bodyPr wrap="none" rtlCol="0">
            <a:spAutoFit/>
          </a:bodyPr>
          <a:lstStyle/>
          <a:p>
            <a:pPr algn="l">
              <a:buClr>
                <a:schemeClr val="tx2"/>
              </a:buClr>
            </a:pPr>
            <a:r>
              <a:rPr lang="de-DE" sz="1300" b="1" dirty="0"/>
              <a:t>text2</a:t>
            </a:r>
          </a:p>
        </p:txBody>
      </p:sp>
      <p:sp>
        <p:nvSpPr>
          <p:cNvPr id="9" name="Textfeld 8">
            <a:extLst>
              <a:ext uri="{FF2B5EF4-FFF2-40B4-BE49-F238E27FC236}">
                <a16:creationId xmlns:a16="http://schemas.microsoft.com/office/drawing/2014/main" id="{C9C86967-7D9F-E5ED-A15C-B65F202BD2F2}"/>
              </a:ext>
            </a:extLst>
          </p:cNvPr>
          <p:cNvSpPr txBox="1"/>
          <p:nvPr/>
        </p:nvSpPr>
        <p:spPr>
          <a:xfrm>
            <a:off x="10384811" y="2849002"/>
            <a:ext cx="575799" cy="292388"/>
          </a:xfrm>
          <a:prstGeom prst="rect">
            <a:avLst/>
          </a:prstGeom>
          <a:noFill/>
        </p:spPr>
        <p:txBody>
          <a:bodyPr wrap="none" rtlCol="0">
            <a:spAutoFit/>
          </a:bodyPr>
          <a:lstStyle/>
          <a:p>
            <a:pPr algn="l">
              <a:buClr>
                <a:schemeClr val="tx2"/>
              </a:buClr>
            </a:pPr>
            <a:r>
              <a:rPr lang="de-DE" sz="1300" b="1"/>
              <a:t>text3</a:t>
            </a:r>
            <a:endParaRPr lang="de-DE" sz="1300" b="1" dirty="0"/>
          </a:p>
        </p:txBody>
      </p:sp>
    </p:spTree>
    <p:extLst>
      <p:ext uri="{BB962C8B-B14F-4D97-AF65-F5344CB8AC3E}">
        <p14:creationId xmlns:p14="http://schemas.microsoft.com/office/powerpoint/2010/main" val="32849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D62002-F209-4079-B66C-A0988C38185F}"/>
              </a:ext>
            </a:extLst>
          </p:cNvPr>
          <p:cNvSpPr>
            <a:spLocks noGrp="1"/>
          </p:cNvSpPr>
          <p:nvPr>
            <p:ph type="title"/>
          </p:nvPr>
        </p:nvSpPr>
        <p:spPr/>
        <p:txBody>
          <a:bodyPr/>
          <a:lstStyle/>
          <a:p>
            <a:r>
              <a:rPr lang="de-DE" dirty="0"/>
              <a:t>LIKE </a:t>
            </a:r>
            <a:r>
              <a:rPr lang="de-DE" dirty="0" err="1"/>
              <a:t>Learn</a:t>
            </a:r>
            <a:r>
              <a:rPr lang="de-DE" dirty="0"/>
              <a:t> Development – </a:t>
            </a:r>
            <a:r>
              <a:rPr lang="de-DE" dirty="0">
                <a:highlight>
                  <a:srgbClr val="FFFF00"/>
                </a:highlight>
              </a:rPr>
              <a:t>Module</a:t>
            </a:r>
            <a:br>
              <a:rPr lang="de-DE" dirty="0"/>
            </a:br>
            <a:r>
              <a:rPr lang="de-DE" dirty="0">
                <a:solidFill>
                  <a:schemeClr val="tx1"/>
                </a:solidFill>
                <a:highlight>
                  <a:srgbClr val="FFFF00"/>
                </a:highlight>
              </a:rPr>
              <a:t>Region</a:t>
            </a:r>
            <a:r>
              <a:rPr lang="de-DE" dirty="0">
                <a:solidFill>
                  <a:schemeClr val="tx1"/>
                </a:solidFill>
              </a:rPr>
              <a:t> – Most </a:t>
            </a:r>
            <a:r>
              <a:rPr lang="de-DE" dirty="0" err="1">
                <a:solidFill>
                  <a:schemeClr val="tx1"/>
                </a:solidFill>
              </a:rPr>
              <a:t>difficult</a:t>
            </a:r>
            <a:r>
              <a:rPr lang="de-DE" dirty="0">
                <a:solidFill>
                  <a:schemeClr val="tx1"/>
                </a:solidFill>
              </a:rPr>
              <a:t> </a:t>
            </a:r>
            <a:r>
              <a:rPr lang="de-DE" dirty="0" err="1">
                <a:solidFill>
                  <a:schemeClr val="tx1"/>
                </a:solidFill>
              </a:rPr>
              <a:t>learning</a:t>
            </a:r>
            <a:r>
              <a:rPr lang="de-DE" dirty="0">
                <a:solidFill>
                  <a:schemeClr val="tx1"/>
                </a:solidFill>
              </a:rPr>
              <a:t> </a:t>
            </a:r>
            <a:r>
              <a:rPr lang="de-DE" dirty="0" err="1">
                <a:solidFill>
                  <a:schemeClr val="tx1"/>
                </a:solidFill>
              </a:rPr>
              <a:t>objectives</a:t>
            </a:r>
            <a:endParaRPr lang="de-DE" dirty="0">
              <a:solidFill>
                <a:schemeClr val="tx1"/>
              </a:solidFill>
              <a:highlight>
                <a:srgbClr val="FFFF00"/>
              </a:highlight>
            </a:endParaRPr>
          </a:p>
        </p:txBody>
      </p:sp>
      <p:sp>
        <p:nvSpPr>
          <p:cNvPr id="3" name="Fußzeilenplatzhalter 2">
            <a:extLst>
              <a:ext uri="{FF2B5EF4-FFF2-40B4-BE49-F238E27FC236}">
                <a16:creationId xmlns:a16="http://schemas.microsoft.com/office/drawing/2014/main" id="{58068FD8-3B33-4FEF-AC1E-0D5A765F9D95}"/>
              </a:ext>
            </a:extLst>
          </p:cNvPr>
          <p:cNvSpPr>
            <a:spLocks noGrp="1"/>
          </p:cNvSpPr>
          <p:nvPr>
            <p:ph type="ftr" sz="quarter" idx="11"/>
          </p:nvPr>
        </p:nvSpPr>
        <p:spPr/>
        <p:txBody>
          <a:bodyPr/>
          <a:lstStyle/>
          <a:p>
            <a:r>
              <a:rPr lang="en-US" dirty="0">
                <a:solidFill>
                  <a:srgbClr val="292929"/>
                </a:solidFill>
                <a:latin typeface="Arial" panose="020B0604020202020204" pitchFamily="34" charset="0"/>
              </a:rPr>
              <a:t>LIKE Learn Development - Results - </a:t>
            </a:r>
            <a:r>
              <a:rPr lang="en-US" dirty="0">
                <a:solidFill>
                  <a:srgbClr val="292929"/>
                </a:solidFill>
                <a:highlight>
                  <a:srgbClr val="FFFF00"/>
                </a:highlight>
                <a:latin typeface="Arial" panose="020B0604020202020204" pitchFamily="34" charset="0"/>
              </a:rPr>
              <a:t>Stephanie Heim, Benjamin Stoever - 2025-10-27</a:t>
            </a:r>
          </a:p>
        </p:txBody>
      </p:sp>
      <p:graphicFrame>
        <p:nvGraphicFramePr>
          <p:cNvPr id="9" name="Inhaltsplatzhalter 8">
            <a:extLst>
              <a:ext uri="{FF2B5EF4-FFF2-40B4-BE49-F238E27FC236}">
                <a16:creationId xmlns:a16="http://schemas.microsoft.com/office/drawing/2014/main" id="{BBCB665A-037C-40F0-A09A-3C36AD1155C4}"/>
              </a:ext>
            </a:extLst>
          </p:cNvPr>
          <p:cNvGraphicFramePr>
            <a:graphicFrameLocks noGrp="1"/>
          </p:cNvGraphicFramePr>
          <p:nvPr>
            <p:ph sz="quarter" idx="13"/>
            <p:extLst>
              <p:ext uri="{D42A27DB-BD31-4B8C-83A1-F6EECF244321}">
                <p14:modId xmlns:p14="http://schemas.microsoft.com/office/powerpoint/2010/main" val="1057187080"/>
              </p:ext>
            </p:extLst>
          </p:nvPr>
        </p:nvGraphicFramePr>
        <p:xfrm>
          <a:off x="485197" y="1666141"/>
          <a:ext cx="11224876" cy="2494744"/>
        </p:xfrm>
        <a:graphic>
          <a:graphicData uri="http://schemas.openxmlformats.org/drawingml/2006/table">
            <a:tbl>
              <a:tblPr>
                <a:tableStyleId>{5C22544A-7EE6-4342-B048-85BDC9FD1C3A}</a:tableStyleId>
              </a:tblPr>
              <a:tblGrid>
                <a:gridCol w="1413109">
                  <a:extLst>
                    <a:ext uri="{9D8B030D-6E8A-4147-A177-3AD203B41FA5}">
                      <a16:colId xmlns:a16="http://schemas.microsoft.com/office/drawing/2014/main" val="77671060"/>
                    </a:ext>
                  </a:extLst>
                </a:gridCol>
                <a:gridCol w="7263651">
                  <a:extLst>
                    <a:ext uri="{9D8B030D-6E8A-4147-A177-3AD203B41FA5}">
                      <a16:colId xmlns:a16="http://schemas.microsoft.com/office/drawing/2014/main" val="2924184762"/>
                    </a:ext>
                  </a:extLst>
                </a:gridCol>
                <a:gridCol w="1313541">
                  <a:extLst>
                    <a:ext uri="{9D8B030D-6E8A-4147-A177-3AD203B41FA5}">
                      <a16:colId xmlns:a16="http://schemas.microsoft.com/office/drawing/2014/main" val="2466388773"/>
                    </a:ext>
                  </a:extLst>
                </a:gridCol>
                <a:gridCol w="1234575">
                  <a:extLst>
                    <a:ext uri="{9D8B030D-6E8A-4147-A177-3AD203B41FA5}">
                      <a16:colId xmlns:a16="http://schemas.microsoft.com/office/drawing/2014/main" val="762701420"/>
                    </a:ext>
                  </a:extLst>
                </a:gridCol>
              </a:tblGrid>
              <a:tr h="416147">
                <a:tc>
                  <a:txBody>
                    <a:bodyPr/>
                    <a:lstStyle/>
                    <a:p>
                      <a:pPr algn="l" fontAlgn="b"/>
                      <a:r>
                        <a:rPr lang="de-DE" sz="1300" b="1" u="none" strike="noStrike">
                          <a:solidFill>
                            <a:schemeClr val="bg1"/>
                          </a:solidFill>
                          <a:effectLst/>
                        </a:rPr>
                        <a:t>Module</a:t>
                      </a:r>
                      <a:endParaRPr lang="de-DE" sz="1300" b="1" i="0" u="none" strike="noStrike">
                        <a:solidFill>
                          <a:schemeClr val="bg1"/>
                        </a:solidFill>
                        <a:effectLst/>
                        <a:latin typeface="Arial" panose="020B0604020202020204" pitchFamily="34" charset="0"/>
                      </a:endParaRPr>
                    </a:p>
                  </a:txBody>
                  <a:tcPr marL="9747" marR="9747" marT="9747" marB="0" anchor="ctr">
                    <a:solidFill>
                      <a:srgbClr val="A00020"/>
                    </a:solidFill>
                  </a:tcPr>
                </a:tc>
                <a:tc>
                  <a:txBody>
                    <a:bodyPr/>
                    <a:lstStyle/>
                    <a:p>
                      <a:pPr algn="l" fontAlgn="b"/>
                      <a:r>
                        <a:rPr lang="de-DE" sz="1300" b="1" u="none" strike="noStrike">
                          <a:solidFill>
                            <a:schemeClr val="bg1"/>
                          </a:solidFill>
                          <a:effectLst/>
                        </a:rPr>
                        <a:t>Learning </a:t>
                      </a:r>
                      <a:r>
                        <a:rPr lang="de-DE" sz="1300" b="1" u="none" strike="noStrike" err="1">
                          <a:solidFill>
                            <a:schemeClr val="bg1"/>
                          </a:solidFill>
                          <a:effectLst/>
                        </a:rPr>
                        <a:t>Objective</a:t>
                      </a:r>
                      <a:endParaRPr lang="de-DE" sz="1300" b="1" i="0" u="none" strike="noStrike">
                        <a:solidFill>
                          <a:schemeClr val="bg1"/>
                        </a:solidFill>
                        <a:effectLst/>
                        <a:latin typeface="Arial" panose="020B0604020202020204" pitchFamily="34" charset="0"/>
                      </a:endParaRPr>
                    </a:p>
                  </a:txBody>
                  <a:tcPr marL="9747" marR="9747" marT="9747" marB="0" anchor="ctr">
                    <a:solidFill>
                      <a:srgbClr val="A00020"/>
                    </a:solidFill>
                  </a:tcPr>
                </a:tc>
                <a:tc>
                  <a:txBody>
                    <a:bodyPr/>
                    <a:lstStyle/>
                    <a:p>
                      <a:pPr algn="l" fontAlgn="b"/>
                      <a:r>
                        <a:rPr lang="de-DE" sz="1300" b="1" u="none" strike="noStrike" err="1">
                          <a:solidFill>
                            <a:schemeClr val="bg1"/>
                          </a:solidFill>
                          <a:effectLst/>
                        </a:rPr>
                        <a:t>Unconsciously</a:t>
                      </a:r>
                      <a:r>
                        <a:rPr lang="de-DE" sz="1300" b="1" u="none" strike="noStrike">
                          <a:solidFill>
                            <a:schemeClr val="bg1"/>
                          </a:solidFill>
                          <a:effectLst/>
                        </a:rPr>
                        <a:t> </a:t>
                      </a:r>
                      <a:r>
                        <a:rPr lang="de-DE" sz="1300" b="1" u="none" strike="noStrike" err="1">
                          <a:solidFill>
                            <a:schemeClr val="bg1"/>
                          </a:solidFill>
                          <a:effectLst/>
                        </a:rPr>
                        <a:t>Incompetent</a:t>
                      </a:r>
                      <a:endParaRPr lang="de-DE" sz="1300" b="1" i="0" u="none" strike="noStrike">
                        <a:solidFill>
                          <a:schemeClr val="bg1"/>
                        </a:solidFill>
                        <a:effectLst/>
                        <a:latin typeface="Arial" panose="020B0604020202020204" pitchFamily="34" charset="0"/>
                      </a:endParaRPr>
                    </a:p>
                  </a:txBody>
                  <a:tcPr marL="9747" marR="9747" marT="9747" marB="0" anchor="ctr">
                    <a:solidFill>
                      <a:srgbClr val="A00020"/>
                    </a:solidFill>
                  </a:tcPr>
                </a:tc>
                <a:tc>
                  <a:txBody>
                    <a:bodyPr/>
                    <a:lstStyle/>
                    <a:p>
                      <a:pPr algn="l" fontAlgn="b"/>
                      <a:r>
                        <a:rPr lang="de-DE" sz="1300" b="1" u="none" strike="noStrike" err="1">
                          <a:solidFill>
                            <a:schemeClr val="bg1"/>
                          </a:solidFill>
                          <a:effectLst/>
                        </a:rPr>
                        <a:t>Wrong</a:t>
                      </a:r>
                      <a:r>
                        <a:rPr lang="de-DE" sz="1300" b="1" u="none" strike="noStrike">
                          <a:solidFill>
                            <a:schemeClr val="bg1"/>
                          </a:solidFill>
                          <a:effectLst/>
                        </a:rPr>
                        <a:t> </a:t>
                      </a:r>
                      <a:r>
                        <a:rPr lang="de-DE" sz="1300" b="1" u="none" strike="noStrike" err="1">
                          <a:solidFill>
                            <a:schemeClr val="bg1"/>
                          </a:solidFill>
                          <a:effectLst/>
                        </a:rPr>
                        <a:t>Answers</a:t>
                      </a:r>
                      <a:endParaRPr lang="de-DE" sz="1300" b="1" i="0" u="none" strike="noStrike">
                        <a:solidFill>
                          <a:schemeClr val="bg1"/>
                        </a:solidFill>
                        <a:effectLst/>
                        <a:latin typeface="Arial" panose="020B0604020202020204" pitchFamily="34" charset="0"/>
                      </a:endParaRPr>
                    </a:p>
                  </a:txBody>
                  <a:tcPr marL="9747" marR="9747" marT="9747" marB="0" anchor="ctr">
                    <a:solidFill>
                      <a:srgbClr val="A00020"/>
                    </a:solidFill>
                  </a:tcPr>
                </a:tc>
                <a:extLst>
                  <a:ext uri="{0D108BD9-81ED-4DB2-BD59-A6C34878D82A}">
                    <a16:rowId xmlns:a16="http://schemas.microsoft.com/office/drawing/2014/main" val="4041853846"/>
                  </a:ext>
                </a:extLst>
              </a:tr>
              <a:tr h="428852">
                <a:tc>
                  <a:txBody>
                    <a:bodyPr/>
                    <a:lstStyle/>
                    <a:p>
                      <a:pPr algn="l" fontAlgn="b"/>
                      <a:endParaRPr lang="de-DE" sz="1300" b="0" i="0" u="none" strike="noStrike" dirty="0">
                        <a:solidFill>
                          <a:srgbClr val="000000"/>
                        </a:solidFill>
                        <a:effectLst/>
                        <a:latin typeface="Arial" panose="020B0604020202020204" pitchFamily="34" charset="0"/>
                      </a:endParaRPr>
                    </a:p>
                  </a:txBody>
                  <a:tcPr marL="10151" marR="10151" marT="10151" marB="0" anchor="ctr"/>
                </a:tc>
                <a:tc>
                  <a:txBody>
                    <a:bodyPr/>
                    <a:lstStyle/>
                    <a:p>
                      <a:pPr algn="l" fontAlgn="b"/>
                      <a:endParaRPr lang="en-US" sz="1300" b="0" i="0" u="none" strike="noStrike">
                        <a:solidFill>
                          <a:srgbClr val="000000"/>
                        </a:solidFill>
                        <a:effectLst/>
                        <a:latin typeface="Arial" panose="020B0604020202020204" pitchFamily="34" charset="0"/>
                      </a:endParaRPr>
                    </a:p>
                  </a:txBody>
                  <a:tcPr marL="10151" marR="10151" marT="10151" marB="0" anchor="ctr"/>
                </a:tc>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tc>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tc>
                <a:extLst>
                  <a:ext uri="{0D108BD9-81ED-4DB2-BD59-A6C34878D82A}">
                    <a16:rowId xmlns:a16="http://schemas.microsoft.com/office/drawing/2014/main" val="1267389227"/>
                  </a:ext>
                </a:extLst>
              </a:tr>
              <a:tr h="409152">
                <a:tc>
                  <a:txBody>
                    <a:bodyPr/>
                    <a:lstStyle/>
                    <a:p>
                      <a:pPr algn="l" fontAlgn="b"/>
                      <a:endParaRPr lang="de-DE" sz="1300" b="0" i="0" u="none" strike="noStrike" dirty="0">
                        <a:solidFill>
                          <a:srgbClr val="000000"/>
                        </a:solidFill>
                        <a:effectLst/>
                        <a:latin typeface="Arial" panose="020B0604020202020204" pitchFamily="34" charset="0"/>
                      </a:endParaRPr>
                    </a:p>
                  </a:txBody>
                  <a:tcPr marL="10151" marR="10151" marT="10151" marB="0" anchor="ctr">
                    <a:solidFill>
                      <a:srgbClr val="B9B9B9"/>
                    </a:solidFill>
                  </a:tcPr>
                </a:tc>
                <a:tc>
                  <a:txBody>
                    <a:bodyPr/>
                    <a:lstStyle/>
                    <a:p>
                      <a:pPr algn="l" fontAlgn="b"/>
                      <a:endParaRPr lang="en-US" sz="1300" b="0" i="0" u="none" strike="noStrike" dirty="0">
                        <a:solidFill>
                          <a:srgbClr val="000000"/>
                        </a:solidFill>
                        <a:effectLst/>
                        <a:latin typeface="Arial" panose="020B0604020202020204" pitchFamily="34" charset="0"/>
                      </a:endParaRPr>
                    </a:p>
                  </a:txBody>
                  <a:tcPr marL="10151" marR="10151" marT="10151" marB="0" anchor="ctr">
                    <a:solidFill>
                      <a:srgbClr val="B9B9B9"/>
                    </a:solidFill>
                  </a:tcPr>
                </a:tc>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solidFill>
                      <a:srgbClr val="B9B9B9"/>
                    </a:solidFill>
                  </a:tcPr>
                </a:tc>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solidFill>
                      <a:srgbClr val="B9B9B9"/>
                    </a:solidFill>
                  </a:tcPr>
                </a:tc>
                <a:extLst>
                  <a:ext uri="{0D108BD9-81ED-4DB2-BD59-A6C34878D82A}">
                    <a16:rowId xmlns:a16="http://schemas.microsoft.com/office/drawing/2014/main" val="185497820"/>
                  </a:ext>
                </a:extLst>
              </a:tr>
              <a:tr h="424909">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tc>
                <a:tc>
                  <a:txBody>
                    <a:bodyPr/>
                    <a:lstStyle/>
                    <a:p>
                      <a:pPr algn="l" fontAlgn="b"/>
                      <a:endParaRPr lang="en-US" sz="1300" b="0" i="0" u="none" strike="noStrike" dirty="0">
                        <a:solidFill>
                          <a:srgbClr val="000000"/>
                        </a:solidFill>
                        <a:effectLst/>
                        <a:latin typeface="Arial" panose="020B0604020202020204" pitchFamily="34" charset="0"/>
                      </a:endParaRPr>
                    </a:p>
                  </a:txBody>
                  <a:tcPr marL="10151" marR="10151" marT="10151" marB="0" anchor="ctr"/>
                </a:tc>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tc>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tc>
                <a:extLst>
                  <a:ext uri="{0D108BD9-81ED-4DB2-BD59-A6C34878D82A}">
                    <a16:rowId xmlns:a16="http://schemas.microsoft.com/office/drawing/2014/main" val="3417650558"/>
                  </a:ext>
                </a:extLst>
              </a:tr>
              <a:tr h="417827">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solidFill>
                      <a:srgbClr val="B9B9B9"/>
                    </a:solidFill>
                  </a:tcPr>
                </a:tc>
                <a:tc>
                  <a:txBody>
                    <a:bodyPr/>
                    <a:lstStyle/>
                    <a:p>
                      <a:pPr algn="l" fontAlgn="b"/>
                      <a:endParaRPr lang="en-US" sz="1300" b="0" i="0" u="none" strike="noStrike" dirty="0">
                        <a:solidFill>
                          <a:srgbClr val="000000"/>
                        </a:solidFill>
                        <a:effectLst/>
                        <a:latin typeface="Arial" panose="020B0604020202020204" pitchFamily="34" charset="0"/>
                      </a:endParaRPr>
                    </a:p>
                  </a:txBody>
                  <a:tcPr marL="10151" marR="10151" marT="10151" marB="0" anchor="ctr">
                    <a:solidFill>
                      <a:srgbClr val="B9B9B9"/>
                    </a:solidFill>
                  </a:tcPr>
                </a:tc>
                <a:tc>
                  <a:txBody>
                    <a:bodyPr/>
                    <a:lstStyle/>
                    <a:p>
                      <a:pPr algn="l" fontAlgn="b"/>
                      <a:endParaRPr lang="de-DE" sz="1300" b="0" i="0" u="none" strike="noStrike" dirty="0">
                        <a:solidFill>
                          <a:srgbClr val="000000"/>
                        </a:solidFill>
                        <a:effectLst/>
                        <a:latin typeface="Arial" panose="020B0604020202020204" pitchFamily="34" charset="0"/>
                      </a:endParaRPr>
                    </a:p>
                  </a:txBody>
                  <a:tcPr marL="10151" marR="10151" marT="10151" marB="0" anchor="ctr">
                    <a:solidFill>
                      <a:srgbClr val="B9B9B9"/>
                    </a:solidFill>
                  </a:tcPr>
                </a:tc>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solidFill>
                      <a:srgbClr val="B9B9B9"/>
                    </a:solidFill>
                  </a:tcPr>
                </a:tc>
                <a:extLst>
                  <a:ext uri="{0D108BD9-81ED-4DB2-BD59-A6C34878D82A}">
                    <a16:rowId xmlns:a16="http://schemas.microsoft.com/office/drawing/2014/main" val="3663427772"/>
                  </a:ext>
                </a:extLst>
              </a:tr>
              <a:tr h="397857">
                <a:tc>
                  <a:txBody>
                    <a:bodyPr/>
                    <a:lstStyle/>
                    <a:p>
                      <a:pPr algn="l" fontAlgn="b"/>
                      <a:endParaRPr lang="de-DE" sz="1300" b="0" i="0" u="none" strike="noStrike">
                        <a:solidFill>
                          <a:srgbClr val="000000"/>
                        </a:solidFill>
                        <a:effectLst/>
                        <a:latin typeface="Arial" panose="020B0604020202020204" pitchFamily="34" charset="0"/>
                      </a:endParaRPr>
                    </a:p>
                  </a:txBody>
                  <a:tcPr marL="10151" marR="10151" marT="10151" marB="0" anchor="ctr"/>
                </a:tc>
                <a:tc>
                  <a:txBody>
                    <a:bodyPr/>
                    <a:lstStyle/>
                    <a:p>
                      <a:pPr algn="l" fontAlgn="b"/>
                      <a:endParaRPr lang="en-US" sz="1300" b="0" i="0" u="none" strike="noStrike" dirty="0">
                        <a:solidFill>
                          <a:srgbClr val="000000"/>
                        </a:solidFill>
                        <a:effectLst/>
                        <a:latin typeface="Arial" panose="020B0604020202020204" pitchFamily="34" charset="0"/>
                      </a:endParaRPr>
                    </a:p>
                  </a:txBody>
                  <a:tcPr marL="10151" marR="10151" marT="10151" marB="0" anchor="ctr"/>
                </a:tc>
                <a:tc>
                  <a:txBody>
                    <a:bodyPr/>
                    <a:lstStyle/>
                    <a:p>
                      <a:pPr algn="l" fontAlgn="b"/>
                      <a:endParaRPr lang="de-DE" sz="1300" b="0" i="0" u="none" strike="noStrike" dirty="0">
                        <a:solidFill>
                          <a:srgbClr val="000000"/>
                        </a:solidFill>
                        <a:effectLst/>
                        <a:latin typeface="Arial" panose="020B0604020202020204" pitchFamily="34" charset="0"/>
                      </a:endParaRPr>
                    </a:p>
                  </a:txBody>
                  <a:tcPr marL="10151" marR="10151" marT="10151" marB="0" anchor="ctr"/>
                </a:tc>
                <a:tc>
                  <a:txBody>
                    <a:bodyPr/>
                    <a:lstStyle/>
                    <a:p>
                      <a:pPr algn="l" fontAlgn="b"/>
                      <a:endParaRPr lang="de-DE" sz="1300" b="0" i="0" u="none" strike="noStrike" dirty="0">
                        <a:solidFill>
                          <a:srgbClr val="000000"/>
                        </a:solidFill>
                        <a:effectLst/>
                        <a:latin typeface="Arial" panose="020B0604020202020204" pitchFamily="34" charset="0"/>
                      </a:endParaRPr>
                    </a:p>
                  </a:txBody>
                  <a:tcPr marL="10151" marR="10151" marT="10151" marB="0" anchor="ctr"/>
                </a:tc>
                <a:extLst>
                  <a:ext uri="{0D108BD9-81ED-4DB2-BD59-A6C34878D82A}">
                    <a16:rowId xmlns:a16="http://schemas.microsoft.com/office/drawing/2014/main" val="2499155526"/>
                  </a:ext>
                </a:extLst>
              </a:tr>
            </a:tbl>
          </a:graphicData>
        </a:graphic>
      </p:graphicFrame>
    </p:spTree>
    <p:extLst>
      <p:ext uri="{BB962C8B-B14F-4D97-AF65-F5344CB8AC3E}">
        <p14:creationId xmlns:p14="http://schemas.microsoft.com/office/powerpoint/2010/main" val="3012864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LINDE MH">
  <a:themeElements>
    <a:clrScheme name="Benutzerdefiniert 84">
      <a:dk1>
        <a:srgbClr val="292929"/>
      </a:dk1>
      <a:lt1>
        <a:srgbClr val="FFFFFF"/>
      </a:lt1>
      <a:dk2>
        <a:srgbClr val="A00020"/>
      </a:dk2>
      <a:lt2>
        <a:srgbClr val="E9E9E9"/>
      </a:lt2>
      <a:accent1>
        <a:srgbClr val="292929"/>
      </a:accent1>
      <a:accent2>
        <a:srgbClr val="B9B9B9"/>
      </a:accent2>
      <a:accent3>
        <a:srgbClr val="5A5A5A"/>
      </a:accent3>
      <a:accent4>
        <a:srgbClr val="00558C"/>
      </a:accent4>
      <a:accent5>
        <a:srgbClr val="1EA0C4"/>
      </a:accent5>
      <a:accent6>
        <a:srgbClr val="77B342"/>
      </a:accent6>
      <a:hlink>
        <a:srgbClr val="292929"/>
      </a:hlink>
      <a:folHlink>
        <a:srgbClr val="292929"/>
      </a:folHlink>
    </a:clrScheme>
    <a:fontScheme name="KION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9E9E9"/>
        </a:solidFill>
        <a:ln>
          <a:noFill/>
        </a:ln>
      </a:spPr>
      <a:bodyPr rtlCol="0" anchor="ctr"/>
      <a:lstStyle>
        <a:defPPr marL="180975" indent="-180975" algn="l">
          <a:buClr>
            <a:schemeClr val="tx2"/>
          </a:buClr>
          <a:buFont typeface="Arial" panose="020B0604020202020204" pitchFamily="34" charset="0"/>
          <a:buChar cha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marL="180975" indent="-180975" algn="l">
          <a:buClr>
            <a:schemeClr val="tx2"/>
          </a:buClr>
          <a:buFont typeface="Arial" panose="020B0604020202020204" pitchFamily="34" charset="0"/>
          <a:buChar char="−"/>
          <a:defRPr dirty="0" err="1" smtClean="0"/>
        </a:defPPr>
      </a:lstStyle>
    </a:txDef>
  </a:objectDefaults>
  <a:extraClrSchemeLst/>
  <a:custClrLst>
    <a:custClr name="LMH Red">
      <a:srgbClr val="A00020"/>
    </a:custClr>
    <a:custClr name="LMH Dark Grey">
      <a:srgbClr val="5A5A5A"/>
    </a:custClr>
    <a:custClr name="LMH Medium Grey">
      <a:srgbClr val="B9B9B9"/>
    </a:custClr>
    <a:custClr name="LMH Light Grey">
      <a:srgbClr val="E9E9E9"/>
    </a:custClr>
    <a:custClr name="LMH Forklift Red">
      <a:srgbClr val="E03C31"/>
    </a:custClr>
    <a:custClr name="LMH Yellow">
      <a:srgbClr val="FFC72C"/>
    </a:custClr>
    <a:custClr name="LMH Green">
      <a:srgbClr val="77B342"/>
    </a:custClr>
    <a:custClr name="LMH Blue">
      <a:srgbClr val="00558C"/>
    </a:custClr>
    <a:custClr name="LMH Turquoise">
      <a:srgbClr val="21A2BA"/>
    </a:custClr>
    <a:custClr name="LMH Blue 72">
      <a:srgbClr val="468CC4"/>
    </a:custClr>
    <a:custClr name="KION Group">
      <a:srgbClr val="AE0055"/>
    </a:custClr>
    <a:custClr name="Linde MH">
      <a:srgbClr val="A00020"/>
    </a:custClr>
    <a:custClr name="STILL">
      <a:srgbClr val="F96915"/>
    </a:custClr>
    <a:custClr name="Dematic">
      <a:srgbClr val="FFB517"/>
    </a:custClr>
    <a:custClr name="Baoli">
      <a:srgbClr val="00B2A9"/>
    </a:custClr>
    <a:custClr name="OM">
      <a:srgbClr val="002680"/>
    </a:custClr>
  </a:custClrLst>
  <a:extLst>
    <a:ext uri="{05A4C25C-085E-4340-85A3-A5531E510DB2}">
      <thm15:themeFamily xmlns:thm15="http://schemas.microsoft.com/office/thememl/2012/main" name="LindeMH_PowerPoint_Master_16x9_EN_2021-11-22.potx" id="{A88CE4A1-F7E6-4FDD-9A7F-77916CE7336C}" vid="{78A979DF-37D0-49B7-AA62-FEB66CAD01B0}"/>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80859FA2FD574428F458A0CD30F9D93" ma:contentTypeVersion="17" ma:contentTypeDescription="Ein neues Dokument erstellen." ma:contentTypeScope="" ma:versionID="a7ebe7007be1d15568e8cd0f38cc5abd">
  <xsd:schema xmlns:xsd="http://www.w3.org/2001/XMLSchema" xmlns:xs="http://www.w3.org/2001/XMLSchema" xmlns:p="http://schemas.microsoft.com/office/2006/metadata/properties" xmlns:ns2="fc9e7ed4-15cd-4bee-84b0-a5ef16daf3bf" xmlns:ns3="b2f32b8c-d6a3-43c6-ac29-3793bdecd92c" targetNamespace="http://schemas.microsoft.com/office/2006/metadata/properties" ma:root="true" ma:fieldsID="fb306f3445182a2af419718508d33ae8" ns2:_="" ns3:_="">
    <xsd:import namespace="fc9e7ed4-15cd-4bee-84b0-a5ef16daf3bf"/>
    <xsd:import namespace="b2f32b8c-d6a3-43c6-ac29-3793bdecd9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9e7ed4-15cd-4bee-84b0-a5ef16daf3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ildmarkierungen" ma:readOnly="false" ma:fieldId="{5cf76f15-5ced-4ddc-b409-7134ff3c332f}" ma:taxonomyMulti="true" ma:sspId="fda60db5-29a6-411a-8256-c1f062110de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2f32b8c-d6a3-43c6-ac29-3793bdecd92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87c923d-2722-49ea-b7fa-4dc6b5844108}" ma:internalName="TaxCatchAll" ma:showField="CatchAllData" ma:web="b2f32b8c-d6a3-43c6-ac29-3793bdecd92c">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c9e7ed4-15cd-4bee-84b0-a5ef16daf3bf">
      <Terms xmlns="http://schemas.microsoft.com/office/infopath/2007/PartnerControls"/>
    </lcf76f155ced4ddcb4097134ff3c332f>
    <TaxCatchAll xmlns="b2f32b8c-d6a3-43c6-ac29-3793bdecd92c" xsi:nil="true"/>
  </documentManagement>
</p:properties>
</file>

<file path=customXml/itemProps1.xml><?xml version="1.0" encoding="utf-8"?>
<ds:datastoreItem xmlns:ds="http://schemas.openxmlformats.org/officeDocument/2006/customXml" ds:itemID="{49AC512F-E05C-46F5-91F0-5D12A22FC889}"/>
</file>

<file path=customXml/itemProps2.xml><?xml version="1.0" encoding="utf-8"?>
<ds:datastoreItem xmlns:ds="http://schemas.openxmlformats.org/officeDocument/2006/customXml" ds:itemID="{7AE7DE03-4FF0-460E-9F20-63C9FD422B25}"/>
</file>

<file path=customXml/itemProps3.xml><?xml version="1.0" encoding="utf-8"?>
<ds:datastoreItem xmlns:ds="http://schemas.openxmlformats.org/officeDocument/2006/customXml" ds:itemID="{459B2FB1-A01F-4A3F-B2D7-1195BA24C285}"/>
</file>

<file path=docProps/app.xml><?xml version="1.0" encoding="utf-8"?>
<Properties xmlns="http://schemas.openxmlformats.org/officeDocument/2006/extended-properties" xmlns:vt="http://schemas.openxmlformats.org/officeDocument/2006/docPropsVTypes">
  <TotalTime>0</TotalTime>
  <Words>974</Words>
  <Application>Microsoft Office PowerPoint</Application>
  <PresentationFormat>Breitbild</PresentationFormat>
  <Paragraphs>106</Paragraphs>
  <Slides>3</Slides>
  <Notes>2</Notes>
  <HiddenSlides>0</HiddenSlides>
  <MMClips>0</MMClips>
  <ScaleCrop>false</ScaleCrop>
  <HeadingPairs>
    <vt:vector size="8" baseType="variant">
      <vt:variant>
        <vt:lpstr>Verwendete Schriftarten</vt:lpstr>
      </vt:variant>
      <vt:variant>
        <vt:i4>7</vt:i4>
      </vt:variant>
      <vt:variant>
        <vt:lpstr>Design</vt:lpstr>
      </vt:variant>
      <vt:variant>
        <vt:i4>2</vt:i4>
      </vt:variant>
      <vt:variant>
        <vt:lpstr>Eingebettete OLE-Server</vt:lpstr>
      </vt:variant>
      <vt:variant>
        <vt:i4>2</vt:i4>
      </vt:variant>
      <vt:variant>
        <vt:lpstr>Folientitel</vt:lpstr>
      </vt:variant>
      <vt:variant>
        <vt:i4>3</vt:i4>
      </vt:variant>
    </vt:vector>
  </HeadingPairs>
  <TitlesOfParts>
    <vt:vector size="14" baseType="lpstr">
      <vt:lpstr>Aptos</vt:lpstr>
      <vt:lpstr>Aptos Display</vt:lpstr>
      <vt:lpstr>Arial</vt:lpstr>
      <vt:lpstr>Calibri</vt:lpstr>
      <vt:lpstr>Cambria Math</vt:lpstr>
      <vt:lpstr>Verdana</vt:lpstr>
      <vt:lpstr>Wingdings</vt:lpstr>
      <vt:lpstr>Office</vt:lpstr>
      <vt:lpstr>LINDE MH</vt:lpstr>
      <vt:lpstr>think-cell Slide</vt:lpstr>
      <vt:lpstr>think-cell Folie</vt:lpstr>
      <vt:lpstr>LIKE Learn Development – Module</vt:lpstr>
      <vt:lpstr>LIKE Learn Development – Module Region – Comparison of LIKE Module Results (EMEA vs. Module)</vt:lpstr>
      <vt:lpstr>LIKE Learn Development – Module Region – Most difficult learning objectives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Stoever, Benjamin</dc:creator>
  <cp:lastModifiedBy>Stoever, Benjamin</cp:lastModifiedBy>
  <cp:revision>2</cp:revision>
  <dcterms:created xsi:type="dcterms:W3CDTF">2026-01-13T13:41:38Z</dcterms:created>
  <dcterms:modified xsi:type="dcterms:W3CDTF">2026-02-02T12:37:43Z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0x010100B80859FA2FD574428F458A0CD30F9D93</vt:lpwstr>
  </property>
</Properties>
</file>